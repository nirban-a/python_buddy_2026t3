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NPPE 1 Jan 2026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Equation and Solve for 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1 - problem 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a linear equation string in the form </a:t>
            </a:r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ax+b=c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ax-b=c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solve for </a:t>
            </a:r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a can be omitted (→ 1)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spaces in equation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x and = as separators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x as float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28346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27432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9260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&amp; EXPLANATION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00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"2x +3= 11"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901952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Parse: a=2, b=3, c=11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Solve: 2x+3=11 → 2x=8 → x=4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65176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 + 2 = 5"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953512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coefficient → a=1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Solve: 1x+2=5 → x=3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370332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"-3x + 10=1" → </a:t>
            </a:r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(negative coeff)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Specification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664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equation (str)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equation string in form "ax+b=c" or "ax-b=c".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06624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7248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058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Remove spaces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Split by '=' to get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&amp; right sides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Parse left side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and 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Solve: x = (c-b)/a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70448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675120" y="230428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of x as a floating point number.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</a:t>
            </a:r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(c - b) / a</a:t>
            </a:r>
            <a:pPr indent="0" marL="0">
              <a:buNone/>
            </a:pPr>
            <a:r>
              <a:rPr lang="en-US" sz="130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Use 'x' and '=' as key separators.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Visualizing the Operations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3822192"/>
          </a:xfrm>
          <a:prstGeom prst="roundRect">
            <a:avLst>
              <a:gd name="adj" fmla="val 2871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Process: "2x +3= 11"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Remove spaces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9280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"2x +3= 11"  →  "2x+3=11"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Split by '=' to separate sides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1645920" cy="411480"/>
          </a:xfrm>
          <a:prstGeom prst="rect">
            <a:avLst/>
          </a:prstGeom>
          <a:solidFill>
            <a:srgbClr val="E3F2FD"/>
          </a:solidFill>
          <a:ln w="25400">
            <a:solidFill>
              <a:srgbClr val="1B4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79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"2x+3"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697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1800" y="2606040"/>
            <a:ext cx="1097280" cy="411480"/>
          </a:xfrm>
          <a:prstGeom prst="rect">
            <a:avLst/>
          </a:prstGeom>
          <a:solidFill>
            <a:srgbClr val="FFF3CD"/>
          </a:solidFill>
          <a:ln w="25400">
            <a:solidFill>
              <a:srgbClr val="FF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679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"11"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063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side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3063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side (c)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Parse left side "2x+3" for coefficient a and constant 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72160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by 'x': "2" + "x" + "+3"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995928"/>
            <a:ext cx="457200" cy="347472"/>
          </a:xfrm>
          <a:prstGeom prst="rect">
            <a:avLst/>
          </a:prstGeom>
          <a:solidFill>
            <a:srgbClr val="D4EDD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507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06908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83080" y="3995928"/>
            <a:ext cx="548640" cy="347472"/>
          </a:xfrm>
          <a:prstGeom prst="rect">
            <a:avLst/>
          </a:prstGeom>
          <a:solidFill>
            <a:srgbClr val="FFE5E5"/>
          </a:solidFill>
          <a:ln w="25400">
            <a:solidFill>
              <a:srgbClr val="B545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40507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389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14600" y="43891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11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47091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Solve using formula x = (c - b) / 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500176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(11 - 3) / 2 = 8 / 2 = 4.0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Explanatory Approach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parsing and solving.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577840" cy="3749040"/>
          </a:xfrm>
          <a:prstGeom prst="roundRect">
            <a:avLst>
              <a:gd name="adj" fmla="val 292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51206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solve_for_x(equation):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Remove all spaces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eq = equation.replace(' ', '')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Split by '=' to get left and right sides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left, right = eq.split('=')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int(right)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Split left side by 'x'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parts = left.split('x')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Get coefficient a (before 'x')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1 if parts[0] == '' else int(parts[0])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Get constant b (after 'x')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0 if parts[1] == '' else int(parts[1])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Solve: ax + b = c  →  x = (c - b) /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(c - b) / 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08192" y="150876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3350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spaces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parsing.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8192" y="2121408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92024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'=' gives left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and c value.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2" y="288036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67919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 coeff: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string → a=1.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08192" y="3493008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329184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no constant: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string → b=0.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08192" y="425196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405079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algebra formula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solve for x.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Pythonic Optimization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regex for robust parsing.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1828800"/>
          </a:xfrm>
          <a:prstGeom prst="roundRect">
            <a:avLst>
              <a:gd name="adj" fmla="val 6000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solve_for_x(equation):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Remove spaces and split by '='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left, right = equation.replace(' ', '').split('=')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int(right)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Use regex to extract coefficient and constant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= re.match(r'([+-]?\d*)x([+-]?\d*)', left)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1 if match.group(1) in ['', '+'] else (-1 if match.group(1) == '-' else int(match.group(1)))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0 if match.group(2) == '' else int(match.group(2))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(c - b) / 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990088"/>
            <a:ext cx="8321040" cy="1801368"/>
          </a:xfrm>
          <a:prstGeom prst="roundRect">
            <a:avLst>
              <a:gd name="adj" fmla="val 6091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1089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regex parsing works: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410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r'([+-]?\d*)x([+-]?\d*)'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34107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matches the pattern: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Group 1: 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36576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([+-]?\d*)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71800" y="36576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Coefficient before 'x' (optional sign + digits)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Group 2: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38862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([+-]?\d*)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38862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Constant after 'x' (optional sign + digits)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edge cases: empty coefficient ('x' → a=1), just sign ('-x' → a=-1), no constant ('2x=' → b=0)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Comparison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0" y="987552"/>
            <a:ext cx="0" cy="382219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✂️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Split Method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and straightforward.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basic string operations.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 logic.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Simple cases &amp; learning.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split('='), split('x'), int() parsing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Pattern Matching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pattern matching.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edge cases elegantly.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approach.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Production code &amp; complex.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re.match(r'([+-]?\d*)x([+-]?\d*)', ...)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String Parsing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10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.replace(' ', '')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remove spaces, then </a:t>
            </a:r>
            <a:pPr indent="0" marL="0">
              <a:buNone/>
            </a:pPr>
            <a:r>
              <a:rPr lang="en-US" sz="10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.split('=')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10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.split('x')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extract parts.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Handle Edge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string before 'x' means a=1 (e.g., 'x+2'). Just '-' or '+' means a=-1 or a=1. Empty after 'x' means b=0.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Regex Power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</a:t>
            </a:r>
            <a:pPr indent="0" marL="0">
              <a:buNone/>
            </a:pPr>
            <a:r>
              <a:rPr lang="en-US" sz="10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r'([+-]?\d*)x([+-]?\d*)'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captures optional signs and digits, handling all edge cases in one expression.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D9E8F5"/>
          </a:solidFill>
          <a:ln w="12700">
            <a:solidFill>
              <a:srgbClr val="9E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Syntax Cheat 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Split:    left, right = eq.split('='); parts = left.split('x')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Regex:     match = re.match(r'([+-]?\\d*)x([+-]?\\d*)', left)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Solve:     x = (c - b) / 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1 - Problem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2026-03-15T18:05:27Z</dcterms:created>
  <dcterms:modified xsi:type="dcterms:W3CDTF">2026-03-15T18:05:27Z</dcterms:modified>
</cp:coreProperties>
</file>
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NPPE 1 Jan 2026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Number Into Almost Equal Parts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1 - problem 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function that divides integer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almost equal parts. Return a list of size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elements sum to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approximately equal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numbers appear first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equals exactly 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28346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27432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9260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&amp; EXPLANATION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00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n=10, k=3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901952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÷ 3 = 3 remainder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[3, 3, 3] (sum=9)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remainder to first: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[4, 3, 3]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743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n=16, k=3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3044952"/>
            <a:ext cx="3493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÷ 3 = 5 remainder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[5, 5, 5] (sum=15)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remainder: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[6, 5, 5]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388620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n=12, k=4 → </a:t>
            </a:r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[3, 3, 3, 3]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(equal)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Specification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664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(int)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(int)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6712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 divide (n) and number of parts (k).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6624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Calculate base: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// 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Calculate remainder: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% 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Create list of 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values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Distribute remainder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first elements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70448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k integers summing to n, larger first.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n // k</a:t>
            </a:r>
            <a:pPr indent="0" marL="0">
              <a:buNone/>
            </a:pPr>
            <a:r>
              <a:rPr lang="en-US" sz="13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remainder = n % k</a:t>
            </a:r>
            <a:pPr indent="0" marL="0">
              <a:buNone/>
            </a:pPr>
            <a:r>
              <a:rPr lang="en-US" sz="13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Distribute remainder to first elements.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the Operations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name="adj" fmla="val 287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Walkthrough: n=16, k=3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Calculate base and remainder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16 // 3 =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remainder = 16 % 3 =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Create initial list with base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[5, 5, 5]    # k=3 elements, all equal to 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081528"/>
            <a:ext cx="1508760" cy="411480"/>
          </a:xfrm>
          <a:prstGeom prst="rect">
            <a:avLst/>
          </a:prstGeom>
          <a:solidFill>
            <a:srgbClr val="FFF3CD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546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[5, 5, 5]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3200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= 15 (need 16)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Distribute remainder to first elements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950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1 to the first 1 element (remainder=1)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result[0] += 1    # First element gets +1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480560"/>
            <a:ext cx="457200" cy="411480"/>
          </a:xfrm>
          <a:prstGeom prst="rect">
            <a:avLst/>
          </a:prstGeom>
          <a:solidFill>
            <a:srgbClr val="D4EDD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53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17320" y="4480560"/>
            <a:ext cx="457200" cy="411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B4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553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65960" y="4480560"/>
            <a:ext cx="457200" cy="411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B4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4553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4572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Final: [6, 5, 5]  ✓  Sum = 16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Explanatory Approach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loop to distribute the remainder.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divide_into_almost_equal_parts(n, k):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Calculate base value and remainder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= n // 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remainder = n % 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Create list with base values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[base] * 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Distribute remainder to first elements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range(remainder):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result[i] +=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08192" y="166420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46304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division gives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size for each part.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221284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0116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 gives leftover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to distribute.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276148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5603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[base] * k creates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k identical elements.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08192" y="358444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3832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adds 1 to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'remainder' elements.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Pythonic Optimization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list comprehension for concise code.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1600200"/>
          </a:xfrm>
          <a:prstGeom prst="roundRect">
            <a:avLst>
              <a:gd name="adj" fmla="val 685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divide_into_almost_equal_parts(n, k):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base, remainder = divmod(n, k)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First 'remainder' elements get (base+1), rest get base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[base + 1 if i &lt; remainder else base for i in range(k)]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761488"/>
            <a:ext cx="8321040" cy="2029968"/>
          </a:xfrm>
          <a:prstGeom prst="roundRect">
            <a:avLst>
              <a:gd name="adj" fmla="val 5405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80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optimization works: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1821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divmod(n, k)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57400" y="31821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returns both quotient and remainder in one call: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18120" y="3182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(base, remainder)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456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comprehension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34564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list in one expression: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First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3703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indices (0 to remainder-1) get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703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931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Remaining indices get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n=10, k=3 → base=3, remainder=1 → [3+1, 3, 3] = [4, 3, 3]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Comparison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0" y="987552"/>
            <a:ext cx="0" cy="38221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🔁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Distribution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step-by-step logic.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 and debug.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loop shows process.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Beginners &amp; clarity.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range(remainder):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✨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Comprehension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one-liner.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divmod() built-in.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Pythonic and elegant.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Clean code &amp; interviews.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[base+1 if i&lt;remainder else base ...]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Division &amp; Modulo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// k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base size and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% k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remainder. Together they give: base × k + remainder = 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List Multiplication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[value] * k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create a list of k identical elements quickly. Then modify specific indices as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Conditional Comprehension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 if condition else y for i in range(n)]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First elements get larger values when i &lt; remainder.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Syntax Cheat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Loop:          result = [base]*k; for i in range(remainder): result[i] +=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Comprehension:  return [base+1 if i &lt; remainder else base for i in range(k)]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divmod():       base, remainder = divmod(n, k)  # Returns both at once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2026-03-15T17:54:01Z</dcterms:created>
  <dcterms:modified xsi:type="dcterms:W3CDTF">2026-03-15T17:54:01Z</dcterms:modified>
</cp:coreProperties>
</file>
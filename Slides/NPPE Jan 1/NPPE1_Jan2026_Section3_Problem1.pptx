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Video Engagement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problem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YouTube video engagement data using 5 functions: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total_engagement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engagement_rate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most_engaging_video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videos_above_threshold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average_engagement_rate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video: title, views, likes, comments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3310128" cy="685800"/>
          </a:xfrm>
          <a:prstGeom prst="roundRect">
            <a:avLst>
              <a:gd name="adj" fmla="val 16000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9385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(likes + comments)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  × 100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69748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94436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views=1000, likes=50, comments=20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2004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(50+20)/1000 × 100 = 7.0%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49300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case: If views=0 → 0.0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374904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all rates to 2 decimal places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(dict)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videos (list)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67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video dict or list of video dicts.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Calculate engagement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video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Apply formulas: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rate, total, etc.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 or find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max/avg as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 results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float,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str, list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function: total, rate, title(s), or average.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functions work together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All use engagement rate formula. Handle edge cases (views=0).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Overview with Example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videos: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[{"title":"Tutorial", "views":1000, "likes":50, "comments":20},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{"title":"Vlog", "views":500, "likes":40, "comments":10},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{"title":"Review", "views":2000, "likes":100, "comments":50}]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1: total_engagement(video)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Tutorial: 50 + 20 = 70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2: engagement_rate(video)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410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Tutorial: (70/1000) × 100 = 7.0%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3: most_engaging_video(videos)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8620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Rates: 7.0%, 10.0%, 7.5%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Winner: "Vlog" (10.0%)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3410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4: videos_above_threshold(videos, 7.2)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666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["Vlog", "Review"]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023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5: average_engagement_rate(videos)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279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(7.0 + 10.0 + 7.5) / 3 = 8.17%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1-2: Basic Calculations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engagement and engagement rate.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total_engagement(video):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'''Returns total engagement (likes + comments)'''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video['likes'] + video['comments']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engagement_rate(video):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'''Returns engagement rate as percentage (2 decimals)'''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video['views'] ==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video['likes'] + video['comments']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(total / video['views']) *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round(rate, 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08192" y="15087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335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addition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dict values.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46888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286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division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edge case.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352044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337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round(x, 2) gives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decimal places.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3-4: Finding &amp; Filtering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engaging video and threshold filtering.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most_engaging_video(videos):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'''Returns title of video with highest engagement rate'''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max_video = videos[0]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max_rate = engagement_rate(max_video)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video in videos[1:]: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rate = engagement_rate(video)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rate &gt; max_rate: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max_rate =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max_video = video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max_video['title']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videos_with_engagement_rate_above_threshold(videos, threshold):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'''Returns titles of videos with rate &gt; threshold'''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video in videos: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engagement_rate(video) &gt; threshold: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result.append(video['title'])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5 + Pythonic Optimizations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rate and comprehension-based solutions.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average_engagement_rate(videos):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'''Returns average engagement rate (excluding views=0)'''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valid_videos = [v for v in videos if v['views'] &gt; 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valid_videos: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total_rate = sum(engagement_rate(v) for v in valid_videos)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round(total_rate / len(valid_videos), 2)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Pythonic versions using comprehensions: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most_engaging_video(videos):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max(videos, key=engagement_rate)['title']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videos_with_engagement_rate_above_threshold(videos, threshold):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[v['title'] for v in videos if engagement_rate(v) &gt; threshold]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Engagement Formula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= </a:t>
            </a:r>
            <a:pPr indent="0" marL="0">
              <a:buNone/>
            </a:pPr>
            <a:r>
              <a:rPr lang="en-US" sz="10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(likes + comments) / views × 100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Always handle </a:t>
            </a:r>
            <a:pPr indent="0" marL="0">
              <a:buNone/>
            </a:pPr>
            <a:r>
              <a:rPr lang="en-US" sz="10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== 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case by returning 0.0. Round to 2 decimals.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max() with key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0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max(list, key=function)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find item with highest computed value. Cleaner than manual loop tracking max.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List Comprehensions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with: </a:t>
            </a:r>
            <a:pPr indent="0" marL="0">
              <a:buNone/>
            </a:pPr>
            <a:r>
              <a:rPr lang="en-US" sz="10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for x in list if condition]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More Pythonic than building list with append in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Rate:       round((likes + comments) / views * 100,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Max:         max(videos, key=engagement_rate)['title']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Filter:      [v['title'] for v in videos if engagement_rate(v) &gt; threshold]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2026-03-17T07:38:11Z</dcterms:created>
  <dcterms:modified xsi:type="dcterms:W3CDTF">2026-03-17T07:38:11Z</dcterms:modified>
</cp:coreProperties>
</file>
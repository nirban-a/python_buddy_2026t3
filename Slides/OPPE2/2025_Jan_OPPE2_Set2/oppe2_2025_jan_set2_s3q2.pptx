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Stemmer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3 - Problem 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multi-line file of lowercase words. For each word, remove the 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matching suffix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ordered suffix list. Print output in the same line/space format.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35915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3591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 match wins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267004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"education"</a:t>
            </a:r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25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"ation"</a:t>
            </a:r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wins over </a:t>
            </a:r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"tion"</a:t>
            </a:r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250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"educ"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9992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→ word is unchanged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31012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line structure exactly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363931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6393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— read from file, print to stdout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62272" y="274320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EXPLANATION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371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priority (order matters!):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16093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</a:t>
            </a:r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(−"ation")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8653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</a:t>
            </a:r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(−"ation")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21214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kindness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(−"ness")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3774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beautiful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beauti</a:t>
            </a:r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(−"ful")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6334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</a:t>
            </a:r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(−"ing")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2926080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054096"/>
            <a:ext cx="3840480" cy="1389888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31089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NOTE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93792" y="3328416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line: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"education kindness"
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line:</a:t>
            </a:r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"educ kind"
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line structure — words joined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spaces, lines preserved.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file: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words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by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or newlines.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via tempfile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filename var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173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&amp; 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file lines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9842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Split each 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into words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55117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Stem each word: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first suffix match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11810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Rejoin words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with spaces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6850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Print each 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9088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structure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stdout: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printed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stemmed words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by spaces.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count preserved.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stem(word): loop suffixes in order →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word.endswith(s): return word[:-len(s)]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break on first match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stem("education") — walk through the suffix list until a match: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list (checking in order):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09344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ADBD8"/>
          </a:solidFill>
          <a:ln w="10160">
            <a:solidFill>
              <a:srgbClr val="F0B4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93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"wards"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92808" y="1847088"/>
            <a:ext cx="201168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0552" y="1609344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ADBD8"/>
          </a:solidFill>
          <a:ln w="10160">
            <a:solidFill>
              <a:srgbClr val="F0B4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16093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"ations"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0552" y="19385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847088"/>
            <a:ext cx="201168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58184" y="1609344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D4EDDA"/>
          </a:solidFill>
          <a:ln w="25400">
            <a:solidFill>
              <a:srgbClr val="A8D5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16093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"ation"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58184" y="19385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MATCH!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02936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STOP here,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'ation'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28600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word[:-len("ation")]  →  "education"[:-6]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25786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DCEAF7"/>
          </a:solidFill>
          <a:ln w="12700">
            <a:solidFill>
              <a:srgbClr val="7AAA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16152" y="25786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DCEAF7"/>
          </a:solidFill>
          <a:ln w="12700">
            <a:solidFill>
              <a:srgbClr val="7AAA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16152" y="257860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929384" y="25786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DCEAF7"/>
          </a:solidFill>
          <a:ln w="12700">
            <a:solidFill>
              <a:srgbClr val="7AAA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9384" y="257860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642616" y="25786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DCEAF7"/>
          </a:solidFill>
          <a:ln w="12700">
            <a:solidFill>
              <a:srgbClr val="7AAA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42616" y="257860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355848" y="25786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CE8E3"/>
          </a:solidFill>
          <a:ln w="25400">
            <a:solidFill>
              <a:srgbClr val="E899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257860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069080" y="25786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CE8E3"/>
          </a:solidFill>
          <a:ln w="25400">
            <a:solidFill>
              <a:srgbClr val="E899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257860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782312" y="25786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CE8E3"/>
          </a:solidFill>
          <a:ln w="25400">
            <a:solidFill>
              <a:srgbClr val="E899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257860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495544" y="25786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CE8E3"/>
          </a:solidFill>
          <a:ln w="25400">
            <a:solidFill>
              <a:srgbClr val="E899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5544" y="257860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208776" y="2578608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FCE8E3"/>
          </a:solidFill>
          <a:ln w="25400">
            <a:solidFill>
              <a:srgbClr val="E899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08776" y="257860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02920" y="3127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keep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0040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remove (suffix)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3401568"/>
            <a:ext cx="8321040" cy="475488"/>
          </a:xfrm>
          <a:prstGeom prst="roundRect">
            <a:avLst>
              <a:gd name="adj" fmla="val 13462"/>
            </a:avLst>
          </a:prstGeom>
          <a:solidFill>
            <a:srgbClr val="D4EDDA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34290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stem("education") = "education"[:-6] = </a:t>
            </a:r>
            <a:pPr indent="0" marL="0">
              <a:buNone/>
            </a:pPr>
            <a:r>
              <a:rPr lang="en-US" sz="16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"educ"</a:t>
            </a:r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define stem(), open file, process line by 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stem(word):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suffix in suffixes: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word.endswith(suffix):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word[:-len(suffix)]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word           # no match → unchanged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open(filename) as f: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line = line.rstrip('\n')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words = line.split(' 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stemmed = [stem(w) for w in words]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 '.join(stemmed))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42048" y="160020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5544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suffixes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— return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395728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3500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word[:-len(s)]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exactly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suffix.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20040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1546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rstrip removes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newline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only, not spaces.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42048" y="3913632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2088" y="386791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split(' ') splits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spaces, preserving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 with a generator for early-exit suffix matching.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stem(word):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next(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(word[:-len(s)] for s in suffixes if word.endswith(s)),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word   # default: unchanged if no suffix matches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open(filename)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 '.join(stem(w) for w in line.rstrip('\n').split(' ')))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" y="2816352"/>
            <a:ext cx="8686800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944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Pythonic stem() works: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suffixes if word.endswith(s)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87368" y="3310128"/>
            <a:ext cx="4526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generator: yields only suffixes that the word actually ends with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word[:-len(s)]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87368" y="3657600"/>
            <a:ext cx="4526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 each matching suffix, yield the stripped word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next(..., word)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87368" y="4005072"/>
            <a:ext cx="4526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take only the FIRST yielded value — generator is lazy, stops after first match; default=word if no match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44398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next(generator, default)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Pythonic way to 'get first match or fallback'. The generator is lazy — it stops as soon as the first match is found, never checking the rest of the suffix list.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for loop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 + generator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return on first match.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loop structure.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debug with prints.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Beginners &amp; clarity.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next(gen, default) idiom.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— stops at first match.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return/break needed.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interviews.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49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suffixes: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word.endswith(s):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word[:-len(s)]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word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029200" y="379476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next(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(word[:-len(s)] for s in suffixes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word.endswith(s)), word)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First Match Wins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suffixes in order. The moment word.endswith(s) is True, strip and return — don't check any further. This implements priority ordering.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word.endswith() + slice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word.endswith(suffix) checks for the suffix. word[:-len(suffix)] strips it. If suffix='ation' (6 chars), word[:-6] removes the last 6 characters.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next() for First Match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next(generator, default) returns the first value from a generator, or the default if it's empty. Combining with a conditional generator gives an elegant early-exit pattern.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stem: next((word[:-len(s)] for s in suffixes if word.endswith(s)), word)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for line in f: print(' '.join(stem(w) for w in line.rstrip('\n').split(' ')))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2026-04-21T19:11:24Z</dcterms:created>
  <dcterms:modified xsi:type="dcterms:W3CDTF">2026-04-21T19:11:24Z</dcterms:modified>
</cp:coreProperties>
</file>
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Element(s) from a 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1 - Problem 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'extract_middle_elements'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takes a list of integers and returns a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list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containing:
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length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the single middle element
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length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 the two middle elements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94436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9443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index (odd):</a:t>
            </a:r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 //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27355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27355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indices (even):</a:t>
            </a:r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n//2-1  and  n//2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6118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</a:t>
            </a:r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a single value)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only — no input/print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62272" y="274320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13898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[7, 8, 9, </a:t>
            </a:r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11, 12, 13]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1664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= 7  (odd)  ·  middle index =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8653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[</a:t>
            </a:r>
            <a:pPr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2176272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267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[3, 6, </a:t>
            </a:r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9, 12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15, 18]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25420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= 6  (even)  ·  indices 2 and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274320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[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9, 12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12080" y="3063240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3154680"/>
            <a:ext cx="3840480" cy="1572768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321868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FORMULA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93792" y="3438144"/>
            <a:ext cx="3520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len(lst)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Odd: 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lst[n // 2]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Even: </a:t>
            </a:r>
            <a:endParaRPr lang="en-US" sz="12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lst[n//2 - 1 : n//2 + 1]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 (list)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integers of any length ≥ 1.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Get length: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 = len(lst)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103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midpoint: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 = n //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7614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odd: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[lst[m]]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4198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If even: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lst[m-1:m+1]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19088" y="205740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list with: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element  (odd)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elements (even)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len(lst) // 2  →  odd: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[lst[m]]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even: </a:t>
            </a:r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lst[m-1 : m+1]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(slice includes both midpoints)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 length:  [7, 8, 9, 10, 11, 12, 13]   →   n=7,  m = 7//2 = 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16736"/>
            <a:ext cx="987552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16736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865376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45336" y="1316736"/>
            <a:ext cx="987552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45336" y="1316736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45336" y="1865376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87752" y="1316736"/>
            <a:ext cx="987552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316736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587752" y="1865376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30168" y="1316736"/>
            <a:ext cx="987552" cy="530352"/>
          </a:xfrm>
          <a:prstGeom prst="roundRect">
            <a:avLst>
              <a:gd name="adj" fmla="val 10345"/>
            </a:avLst>
          </a:prstGeom>
          <a:solidFill>
            <a:srgbClr val="DCEAF7"/>
          </a:solidFill>
          <a:ln w="25400">
            <a:solidFill>
              <a:srgbClr val="7AAA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1316736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30168" y="1865376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316736"/>
            <a:ext cx="987552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316736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72584" y="1865376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15000" y="1316736"/>
            <a:ext cx="987552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316736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715000" y="1865376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57416" y="1316736"/>
            <a:ext cx="987552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7416" y="1316736"/>
            <a:ext cx="9875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757416" y="1865376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[6]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30168" y="2066544"/>
            <a:ext cx="177759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index 3 = lst[3] = 10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98080" y="1316736"/>
            <a:ext cx="1234440" cy="530352"/>
          </a:xfrm>
          <a:prstGeom prst="roundRect">
            <a:avLst>
              <a:gd name="adj" fmla="val 12069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316736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[10]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23957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length:  [3, 6, 9, 12, 15, 18]   →   n=6,  m = 6//2 = 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2706624"/>
            <a:ext cx="1115568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706624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02920" y="325526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91640" y="2706624"/>
            <a:ext cx="1115568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2706624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691640" y="325526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880360" y="2706624"/>
            <a:ext cx="1115568" cy="530352"/>
          </a:xfrm>
          <a:prstGeom prst="roundRect">
            <a:avLst>
              <a:gd name="adj" fmla="val 10345"/>
            </a:avLst>
          </a:prstGeom>
          <a:solidFill>
            <a:srgbClr val="FCE8E3"/>
          </a:solidFill>
          <a:ln w="25400">
            <a:solidFill>
              <a:srgbClr val="E899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2706624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2880360" y="325526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069080" y="2706624"/>
            <a:ext cx="1115568" cy="530352"/>
          </a:xfrm>
          <a:prstGeom prst="roundRect">
            <a:avLst>
              <a:gd name="adj" fmla="val 10345"/>
            </a:avLst>
          </a:prstGeom>
          <a:solidFill>
            <a:srgbClr val="FCE8E3"/>
          </a:solidFill>
          <a:ln w="25400">
            <a:solidFill>
              <a:srgbClr val="E899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69080" y="2706624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069080" y="325526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57800" y="2706624"/>
            <a:ext cx="1115568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2706624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257800" y="325526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46520" y="2706624"/>
            <a:ext cx="1115568" cy="530352"/>
          </a:xfrm>
          <a:prstGeom prst="roundRect">
            <a:avLst>
              <a:gd name="adj" fmla="val 10345"/>
            </a:avLst>
          </a:prstGeom>
          <a:solidFill>
            <a:srgbClr val="F0EDE8"/>
          </a:solidFill>
          <a:ln w="12700">
            <a:solidFill>
              <a:srgbClr val="D0C8B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706624"/>
            <a:ext cx="11155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446520" y="3255264"/>
            <a:ext cx="1115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[5]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880360" y="34564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indices 2 &amp; 3  →  lst[2:4]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498080" y="2706624"/>
            <a:ext cx="1234440" cy="530352"/>
          </a:xfrm>
          <a:prstGeom prst="roundRect">
            <a:avLst>
              <a:gd name="adj" fmla="val 12069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0" y="2706624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[9,12]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" y="3840480"/>
            <a:ext cx="8321040" cy="502920"/>
          </a:xfrm>
          <a:prstGeom prst="roundRect">
            <a:avLst>
              <a:gd name="adj" fmla="val 10909"/>
            </a:avLst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5800" y="3895344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  n=7, m=3: </a:t>
            </a:r>
            <a:pPr indent="0" marL="0">
              <a:buNone/>
            </a:pPr>
            <a:r>
              <a:rPr lang="en-US" sz="115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lst[m]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lst[3] = 10  →  [10]      </a:t>
            </a:r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 n=6, m=3: </a:t>
            </a:r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lst[m-1:m+1]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lst[2:4] = [9,12]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check length parity, compute midpoint, return appropriate slice.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extract_middle_elements(lst: list):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1: Get the length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len(lst)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2: Compute midpoint index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n // 2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3: Return based on parity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2 == 1:           # Odd length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[lst[m]]      # Single middle element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        # Even length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lst[m-1 : m+1]  # Two middle elements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42048" y="187452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8288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// 2 gives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right-of-centre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74320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69748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% 2 ==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length.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52044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474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m-1:m+1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exactly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using a ternary expression and list slicing.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extract_middle_elements(lst: list):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len(lst) // 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[lst[m]] if len(lst) % 2 == 1 else lst[m-1 : m+1]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2176272"/>
            <a:ext cx="8686800" cy="2633472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313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expression works: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88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len(lst) //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10128" y="2688336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compute midpoint index — always the right-of-centre index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0358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len(lst) % 2 ==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303580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True if odd length, False if even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83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[lst[m]]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338328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single-element list containing the one middle element (odd)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730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lst[m-1 : m+1]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373075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slice of 2 elements: the left and right midpoints (even)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1879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[lst[m]]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wraps the element in a list — the return type is always </a:t>
            </a:r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regardless of odd or even.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n and m — self-documenting.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debug and extend.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if/else branch per case.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return with ternary.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if-else needed.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Python style.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307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n //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 % 2 == 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[lst[m]]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lst[m-1:m+1]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29200" y="38587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len(lst) //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[lst[m]] if len(lst)%2==1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lst[m-1:m+1]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Midpoint Formula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len(lst) // 2 always gives the right-of-centre index.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n=7 → m=3 (index 3)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n=6 → m=3 (indices 2 and 3)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 handles both cases.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Parity Check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% 2 == 1 → odd length → one middle element.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% 2 == 0 → even length → two middle elements.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is the clean way to check odd vs even.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Slicing vs Wrapping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→ lst[m-1 : m+1] returns a 2-element slice.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→ [lst[m]] wraps the single element in a list so the return type is always list.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 = len(lst) //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[lst[m]] if len(lst) % 2 == 1 else lst[m-1 : m+1]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2026-04-21T14:22:11Z</dcterms:created>
  <dcterms:modified xsi:type="dcterms:W3CDTF">2026-04-21T14:22:11Z</dcterms:modified>
</cp:coreProperties>
</file>
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Both Numbers Have the Same Sign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'same_sign'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</a:t>
            </a:r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two numbers have the same sign, else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for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3794760" cy="347472"/>
          </a:xfrm>
          <a:prstGeom prst="roundRect">
            <a:avLst>
              <a:gd name="adj" fmla="val 13158"/>
            </a:avLst>
          </a:prstGeom>
          <a:solidFill>
            <a:srgbClr val="DCEAF7"/>
          </a:solidFill>
          <a:ln w="10160">
            <a:solidFill>
              <a:srgbClr val="1F4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strictly positive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798064"/>
            <a:ext cx="3794760" cy="347472"/>
          </a:xfrm>
          <a:prstGeom prst="roundRect">
            <a:avLst>
              <a:gd name="adj" fmla="val 13158"/>
            </a:avLst>
          </a:prstGeom>
          <a:solidFill>
            <a:srgbClr val="FCE8E3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980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strictly negative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218688"/>
            <a:ext cx="3794760" cy="347472"/>
          </a:xfrm>
          <a:prstGeom prst="roundRect">
            <a:avLst>
              <a:gd name="adj" fmla="val 13158"/>
            </a:avLst>
          </a:prstGeom>
          <a:solidFill>
            <a:srgbClr val="F0EDE8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〇  </a:t>
            </a:r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zero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neither positive nor negative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and 10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False (different signs)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2519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same_sign(10, 20)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56362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positive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0" y="173736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96596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0299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same_sign(-5, -15)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2219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negative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3957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624328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688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same_sign(0, 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88036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zero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305409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282696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3467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same_sign(10, -20)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5387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different signs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371246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3941064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005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same_sign(0, 10)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9709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≠ positive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0" y="43708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4599432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(int)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(int)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" y="2121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integers (positive,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negative, or zero).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Both &gt; 0?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True (positive)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Both &lt; 0?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True (negative)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Both == 0?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True (zero)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Otherwise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False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same 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+, both −,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both 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otherwise.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its own sign-category —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and 10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</a:t>
            </a:r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Pythonic shortcut: </a:t>
            </a:r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&gt; 0) == (b &gt; 0)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doesn't handle zero correctly — use explicit checks.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875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line — the 3 sign regions: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691640"/>
            <a:ext cx="1828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" y="1371600"/>
            <a:ext cx="3200400" cy="292608"/>
          </a:xfrm>
          <a:prstGeom prst="roundRect">
            <a:avLst>
              <a:gd name="adj" fmla="val 12500"/>
            </a:avLst>
          </a:prstGeom>
          <a:solidFill>
            <a:srgbClr val="FCE8E3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(&lt; 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536192"/>
            <a:ext cx="292608" cy="29260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536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8470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53712" y="1371600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DCEAF7"/>
          </a:solidFill>
          <a:ln w="10160">
            <a:solidFill>
              <a:srgbClr val="1F4E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371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(&gt; 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example pairs — which are same sign?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123444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267712"/>
            <a:ext cx="123444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2677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267712"/>
            <a:ext cx="14173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2677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sign(a)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67712"/>
            <a:ext cx="14173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677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sign(b)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267712"/>
            <a:ext cx="11887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267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2267712"/>
            <a:ext cx="14173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2677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560320"/>
            <a:ext cx="8458200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60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25603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2560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560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2560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2560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889504"/>
            <a:ext cx="8458200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895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28800" y="28895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28895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28895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28895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0" y="28895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218688"/>
            <a:ext cx="8458200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218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28800" y="3218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32186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54880" y="32186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32186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98080" y="32186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547872"/>
            <a:ext cx="8458200" cy="292608"/>
          </a:xfrm>
          <a:prstGeom prst="rect">
            <a:avLst/>
          </a:prstGeom>
          <a:solidFill>
            <a:srgbClr val="FFF5F5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547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828800" y="3547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35478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54880" y="35478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217920" y="35478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✗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498080" y="354787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3877056"/>
            <a:ext cx="8458200" cy="292608"/>
          </a:xfrm>
          <a:prstGeom prst="rect">
            <a:avLst/>
          </a:prstGeom>
          <a:solidFill>
            <a:srgbClr val="FFF5F5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8770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828800" y="38770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00400" y="38770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754880" y="38770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217920" y="387705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✗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498080" y="38770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if-elif checks for each of the three same-sign cases.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same_sign(a, b):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1: Both strictly positive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&gt; 0 and b &gt; 0: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2: Both strictly negative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a &lt; 0 and b &lt; 0: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Case 3: Both zero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a == 0 and b == 0: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All other combinations → False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42048" y="178308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737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&gt; 0.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positive, 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= False.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6060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560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&lt; 0.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+ zero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also False.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4290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3832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(0, 0) reaches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— all 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caught above.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using the sign function pattern.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same_sign(a, b):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(a &gt; 0) - (a &lt; 0) == (b &gt; 0) - (b &lt; 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2176272"/>
            <a:ext cx="868680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sign function trick works: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&gt; 0) - (a &lt; 0)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computes the sign of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or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8321040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9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 0  (e.g. a = 10)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999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(a&gt;0)=1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83480" y="2999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(a&lt;0)=0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29992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= 1 - 0 = +1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8321040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91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 0  (e.g. a = -5)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(a&gt;0)=0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(a&lt;0)=1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= 0 - 1 = -1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321040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84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0 (e.g. a = 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(a&gt;0)=0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(a&lt;0)=0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3584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= 0 - 0 = 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6849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sign(a) == sign(b)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both have the same sign (+1=+1, -1=-1, or 0=0). Works correctly for all cases including zero.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if-elif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Trick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clearly named.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and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arithmetic tricks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sign to +1 / 0 / -1.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comparison expression.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3 cases in one line.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a&gt;0 and b&gt;0: return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a&lt;0 and b&lt;0: return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a==0 and b==0: return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return False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913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((a&gt;0)-(a&lt;0)) == ((b&gt;0)-(b&lt;0))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Three Sign Categories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fall into exactly three sign categories: positive (&gt; 0), negative (&lt; 0), and zero (== 0). Zero is its own category — not positive, not negative.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Watch Out for Zero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same_sign(0, 10) is False — 0 and 10 are in different sign categories. Always treat zero separately; don't conflate it with positive or negative.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Bool Arithmetic Sign Trick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&gt; 0) - (a &lt; 0) maps any number to its sign: +1, 0, or -1. Comparing the signs of a and b with == handles all cases including zero in one expression.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Explicit:   if a&gt;0 and b&gt;0: True  |  elif a&lt;0 and b&lt;0: True  |  elif a==b==0: True  else: False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 trick: return (a&gt;0)-(a&lt;0) == (b&gt;0)-(b&lt;0)   # maps to +1/0/-1 then compares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2026-04-21T14:33:55Z</dcterms:created>
  <dcterms:modified xsi:type="dcterms:W3CDTF">2026-04-21T14:33:55Z</dcterms:modified>
</cp:coreProperties>
</file>
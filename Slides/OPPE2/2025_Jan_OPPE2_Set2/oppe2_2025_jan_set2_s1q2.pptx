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Jan OPPE 2 - Set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a Three Word Sentence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1 - Problem 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137160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</a:t>
            </a:r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'shuffle_sentence'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takes a 3-word </a:t>
            </a:r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an </a:t>
            </a:r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tuple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indices, and returns the words rearranged according to that order.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633472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633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sentence into words with </a:t>
            </a:r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.split()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94436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tuple gives new positions: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218688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1868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order[0]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index of 1st word in result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6616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5661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result words with a space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886200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only — no input/print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62272" y="2743200"/>
            <a:ext cx="50292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914400"/>
            <a:ext cx="3840480" cy="39776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&amp; EXPLANATION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389888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"apple banana orange"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16276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(0, 2, 1)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12080" y="18470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0→apple  2→orange  1→banana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204825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"apple orange banana"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12080" y="2359152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2450592"/>
            <a:ext cx="3474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"cat dog mouse"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0" y="2688336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= (2, 1, 0)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12080" y="290779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2→mouse  1→dog  0→cat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310896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D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"mouse dog cat"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12080" y="3419856"/>
            <a:ext cx="338328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0" y="3511296"/>
            <a:ext cx="3840480" cy="1170432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3566160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193792" y="3785616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sentence.split()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[words[i] for i in order]
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' '.join(result)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Specification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BLACK BOX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63640" y="914400"/>
            <a:ext cx="2834640" cy="3977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(str)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(tuple)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3-word string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3-element tuple of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(0, 1, 2).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01568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 sentence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into 3 words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10312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 each 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 order tuple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01568" y="2761488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Pick words[i]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in that order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01568" y="3419856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Join with space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and return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20574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Shuffled 3-word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joined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spaces.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9067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08192" y="2880360"/>
            <a:ext cx="137160" cy="0"/>
          </a:xfrm>
          <a:prstGeom prst="line">
            <a:avLst/>
          </a:prstGeom>
          <a:noFill/>
          <a:ln w="31750">
            <a:solidFill>
              <a:srgbClr val="1F4E9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4617720"/>
            <a:ext cx="8686800" cy="347472"/>
          </a:xfrm>
          <a:prstGeom prst="rect">
            <a:avLst/>
          </a:prstGeom>
          <a:solidFill>
            <a:srgbClr val="F5F3EF"/>
          </a:solidFill>
          <a:ln w="6350">
            <a:solidFill>
              <a:srgbClr val="D0C8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64515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= sentence.split()  →  use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words[i]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each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in order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join with </a:t>
            </a:r>
            <a:pPr indent="0" marL="0">
              <a:buNone/>
            </a:pPr>
            <a:r>
              <a:rPr lang="en-US" sz="11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'.join(...)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the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886968"/>
            <a:ext cx="8686800" cy="4050792"/>
          </a:xfrm>
          <a:prstGeom prst="roundRect">
            <a:avLst>
              <a:gd name="adj" fmla="val 22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0058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 = "apple banana orange"   order = (0, 2, 1)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35331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sentence.split()  →  words list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2057400" cy="530352"/>
          </a:xfrm>
          <a:prstGeom prst="roundRect">
            <a:avLst>
              <a:gd name="adj" fmla="val 12069"/>
            </a:avLst>
          </a:prstGeom>
          <a:solidFill>
            <a:srgbClr val="DCEAF7"/>
          </a:solidFill>
          <a:ln w="19050">
            <a:solidFill>
              <a:srgbClr val="1F4E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6420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words[0]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34640" y="1664208"/>
            <a:ext cx="2057400" cy="530352"/>
          </a:xfrm>
          <a:prstGeom prst="roundRect">
            <a:avLst>
              <a:gd name="adj" fmla="val 12069"/>
            </a:avLst>
          </a:prstGeom>
          <a:solidFill>
            <a:srgbClr val="FCE8E3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66420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834640" y="22128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words[1]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664208"/>
            <a:ext cx="2057400" cy="530352"/>
          </a:xfrm>
          <a:prstGeom prst="roundRect">
            <a:avLst>
              <a:gd name="adj" fmla="val 12069"/>
            </a:avLst>
          </a:prstGeom>
          <a:solidFill>
            <a:srgbClr val="EFE3F7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66420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74920" y="22128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words[2]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24688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Apply order (0, 2, 1)  →  pick words at those indices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450592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E8E4DC"/>
          </a:solidFill>
          <a:ln w="6350">
            <a:solidFill>
              <a:srgbClr val="C0B8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45059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order[0] = 0  →  words[0]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2761488"/>
            <a:ext cx="2057400" cy="548640"/>
          </a:xfrm>
          <a:prstGeom prst="roundRect">
            <a:avLst>
              <a:gd name="adj" fmla="val 11667"/>
            </a:avLst>
          </a:prstGeom>
          <a:solidFill>
            <a:srgbClr val="DCEAF7"/>
          </a:solidFill>
          <a:ln w="25400">
            <a:solidFill>
              <a:srgbClr val="1F4E9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76148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332841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word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34640" y="2450592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E8E4DC"/>
          </a:solidFill>
          <a:ln w="6350">
            <a:solidFill>
              <a:srgbClr val="C0B8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45059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3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order[1] = 2  →  words[2]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34640" y="2761488"/>
            <a:ext cx="2057400" cy="548640"/>
          </a:xfrm>
          <a:prstGeom prst="roundRect">
            <a:avLst>
              <a:gd name="adj" fmla="val 11667"/>
            </a:avLst>
          </a:prstGeom>
          <a:solidFill>
            <a:srgbClr val="EFE3F7"/>
          </a:solidFill>
          <a:ln w="25400">
            <a:solidFill>
              <a:srgbClr val="6B3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276148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834640" y="332841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word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2450592"/>
            <a:ext cx="2057400" cy="256032"/>
          </a:xfrm>
          <a:prstGeom prst="roundRect">
            <a:avLst>
              <a:gd name="adj" fmla="val 14286"/>
            </a:avLst>
          </a:prstGeom>
          <a:solidFill>
            <a:srgbClr val="E8E4DC"/>
          </a:solidFill>
          <a:ln w="6350">
            <a:solidFill>
              <a:srgbClr val="C0B8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245059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order[2] = 1  →  words[1]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74920" y="2761488"/>
            <a:ext cx="2057400" cy="548640"/>
          </a:xfrm>
          <a:prstGeom prst="roundRect">
            <a:avLst>
              <a:gd name="adj" fmla="val 11667"/>
            </a:avLst>
          </a:prstGeom>
          <a:solidFill>
            <a:srgbClr val="FCE8E3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2761488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074920" y="332841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word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" y="3703320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' '.join(result)  →  final string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02920" y="4005072"/>
            <a:ext cx="8321040" cy="475488"/>
          </a:xfrm>
          <a:prstGeom prst="roundRect">
            <a:avLst>
              <a:gd name="adj" fmla="val 13462"/>
            </a:avLst>
          </a:prstGeom>
          <a:solidFill>
            <a:srgbClr val="D4EDDA"/>
          </a:solidFill>
          <a:ln w="19050">
            <a:solidFill>
              <a:srgbClr val="A8D5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04164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4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4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banana</a:t>
            </a:r>
            <a:pPr indent="0" marL="0">
              <a:buNone/>
            </a:pPr>
            <a:r>
              <a:rPr lang="en-US" sz="14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 →  "apple orange banana"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Explanatory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Step-by-step: split, loop over order, pick words, join.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shuffle_sentence(sentence, order):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1: Split sentence into individual words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words = sentence.split()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2: Pick words in the given order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in order: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result.append(words[i])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Step 3: Join back into a sentence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 '.join(result)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42048" y="192024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2088" y="18745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split() breaks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→ list of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242048" y="2834640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62088" y="278892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is each value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order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 (0, 1, 2).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3730752"/>
            <a:ext cx="292608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62088" y="3685032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 reassembles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with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space.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Pythonic Optimization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using a list comprehension and join().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" y="969264"/>
            <a:ext cx="86868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84048" y="102412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shuffle_sentence(sentence, order):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' '.join(sentence.split()[i] for i in order)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2148840"/>
            <a:ext cx="8686800" cy="2633472"/>
          </a:xfrm>
          <a:prstGeom prst="roundRect">
            <a:avLst>
              <a:gd name="adj" fmla="val 34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2286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one-liner: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sentence.split()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27248" y="2651760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the sentence into a list of 3 words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9923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order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27248" y="2999232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iterate over each index in the order tuple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3467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sentence.split()[i]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127248" y="3346704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pick the word at position i from the words list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6941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'.join(...)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27248" y="3694176"/>
            <a:ext cx="5577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join all picked words with a space between them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1480" y="413308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also use operator notation: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sentence.split()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first, then </a:t>
            </a:r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 '.join(words[i] for i in order)</a:t>
            </a:r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avoids calling split() multiple times.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0" cy="4023360"/>
          </a:xfrm>
          <a:prstGeom prst="line">
            <a:avLst/>
          </a:prstGeom>
          <a:noFill/>
          <a:ln w="12700">
            <a:solidFill>
              <a:srgbClr val="C8C0B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914400"/>
            <a:ext cx="502920" cy="502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14400"/>
            <a:ext cx="502920" cy="5029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7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Loop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029200" y="15087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Comprehension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words and result variables.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trace each step.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append pattern.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Beginners &amp; clarity.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expression — no temp list.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inside join().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Idiomatic and concise.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Clean code &amp; interviews.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373075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sentence.split()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order: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result.append(words[i])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' '.join(result)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0" y="3858768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' '.join(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sentence.split()[i]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 in order)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split() and join()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str.split() breaks a sentence into a list of words. ' '.join(words) reassembles them with a space between each. These two are natural inverses.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Index Lookup by Order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words[i] fetches the word at position i. Iterating for i in order lets you pick words in any custom sequence — the core of this problem.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Tuple as Index Sequence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parameter is a tuple of indices. Tuples are iterable just like lists — you can use for i in order or a list comprehension directly.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w="6350">
            <a:solidFill>
              <a:srgbClr val="A8C4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4E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Syntax Cheat Sheet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Step-by-step:  words = sentence.split();  return ' '.join(words[i] for i in order)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One-liner:     return ' '.join(sentence.split()[i] for i in order)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Buddy  ·  Section 1 - Problem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2026-04-21T14:26:50Z</dcterms:created>
  <dcterms:modified xsi:type="dcterms:W3CDTF">2026-04-21T14:26:50Z</dcterms:modified>
</cp:coreProperties>
</file>
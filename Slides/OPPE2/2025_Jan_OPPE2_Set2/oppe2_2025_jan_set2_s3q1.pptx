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Task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3 - Problem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4069080" cy="416052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14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employee_list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{'employee_id': 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'tasks_completed': 30,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'hours_worked': 40},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{'employee_id': 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'tasks_completed': 60,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'hours_worked': 90},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3145536"/>
            <a:ext cx="3913632" cy="16002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employee dict has: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419856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341985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employee_id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unique integer 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675888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367588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tasks_completed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 — tasks done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93192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hours_worked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 — total hours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07408" y="777240"/>
            <a:ext cx="4507992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90288" y="914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TASKS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62272" y="1207008"/>
            <a:ext cx="73152" cy="822960"/>
          </a:xfrm>
          <a:prstGeom prst="rect">
            <a:avLst/>
          </a:prstGeom>
          <a:solidFill>
            <a:srgbClr val="1F4E91"/>
          </a:solidFill>
          <a:ln w="12700">
            <a:solidFill>
              <a:srgbClr val="1F4E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225296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total_tasks_completed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0288" y="14813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tasks_completed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employees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62272" y="2121408"/>
            <a:ext cx="73152" cy="822960"/>
          </a:xfrm>
          <a:prstGeom prst="rect">
            <a:avLst/>
          </a:prstGeom>
          <a:solidFill>
            <a:srgbClr val="1E7D34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2139696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most_efficient_employee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90288" y="23957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of highest tasks/hours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(ties → most tasks)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62272" y="3035808"/>
            <a:ext cx="7315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054096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sort_by_hours_worked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0288" y="3310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sorted by hours desc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(ties → most tasks first)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62272" y="3950208"/>
            <a:ext cx="73152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3968496"/>
            <a:ext cx="4251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productive_team_members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0288" y="42245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with tasks_completed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20, preserving order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8686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1298448" cy="365760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914400"/>
            <a:ext cx="1298448" cy="365760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91440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1298448" cy="365760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1440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1417320" cy="365760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144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(t/h)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914400"/>
            <a:ext cx="1463040" cy="365760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914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 tasks?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914400"/>
            <a:ext cx="1554480" cy="365760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914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sort_key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(−hours, −tasks)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316736"/>
            <a:ext cx="8412480" cy="438912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3167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13167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13167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31673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31673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D34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0" y="131673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(−40, −30)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1792224"/>
            <a:ext cx="8412480" cy="438912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792224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1792224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1792224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79222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17922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D34"/>
                </a:solidFill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0" y="179222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(−90, −60)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267712"/>
            <a:ext cx="8412480" cy="438912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267712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0" y="2267712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2267712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226771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226771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D34"/>
                </a:solidFill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2400" y="226771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(−100, −60)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743200"/>
            <a:ext cx="8412480" cy="438912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74320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28800" y="274320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37560" y="274320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27432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27432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7D34"/>
                </a:solidFill>
              </a:rPr>
              <a:t>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72400" y="27432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(−100, −50)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218688"/>
            <a:ext cx="8412480" cy="438912"/>
          </a:xfrm>
          <a:prstGeom prst="rect">
            <a:avLst/>
          </a:prstGeom>
          <a:solidFill>
            <a:srgbClr val="FFF8F8"/>
          </a:solidFill>
          <a:ln w="6350">
            <a:solidFill>
              <a:srgbClr val="F0B4A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21868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828800" y="321868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37560" y="321868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46320" y="321868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00800" y="321868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✗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772400" y="321868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(−30, −10)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3767328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379476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total=210  </a:t>
            </a:r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most_efficient=1 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sort_by_hours=[3,4,2,1,5]  </a:t>
            </a:r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productive=[1,2,3,4]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"total_tasks_completed"  &amp;  "productive_team_members"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749808"/>
            <a:ext cx="425196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41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total_tasks_completed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1338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tasks_completed across all employees: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DCEAF7"/>
          </a:solidFill>
          <a:ln w="10160">
            <a:solidFill>
              <a:srgbClr val="7AAA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3856" y="14630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98448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DCEAF7"/>
          </a:solidFill>
          <a:ln w="10160">
            <a:solidFill>
              <a:srgbClr val="7AAA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75104" y="14630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39696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DCEAF7"/>
          </a:solidFill>
          <a:ln w="10160">
            <a:solidFill>
              <a:srgbClr val="7AAA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16352" y="14630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80944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DCEAF7"/>
          </a:solidFill>
          <a:ln w="10160">
            <a:solidFill>
              <a:srgbClr val="7AAA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80944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1463040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22192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DCEAF7"/>
          </a:solidFill>
          <a:ln w="10160">
            <a:solidFill>
              <a:srgbClr val="7AAA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1883664"/>
            <a:ext cx="3913632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920240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28600" y="3017520"/>
            <a:ext cx="4251960" cy="32004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05409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sum(e['tasks_completed'] for e in employee_list)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749808"/>
            <a:ext cx="425196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841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productive_team_members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11338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tasks_completed ≥ 20, original order: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D4EDDA"/>
          </a:solidFill>
          <a:ln w="10160">
            <a:solidFill>
              <a:srgbClr val="A8D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182880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22976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D4EDDA"/>
          </a:solidFill>
          <a:ln w="10160">
            <a:solidFill>
              <a:srgbClr val="A8D5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22976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22976" y="182880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91072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D4EDDA"/>
          </a:solidFill>
          <a:ln w="10160">
            <a:solidFill>
              <a:srgbClr val="A8D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91072" y="182880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59168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D4EDDA"/>
          </a:solidFill>
          <a:ln w="10160">
            <a:solidFill>
              <a:srgbClr val="A8D5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59168" y="182880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27264" y="1389888"/>
            <a:ext cx="658368" cy="411480"/>
          </a:xfrm>
          <a:prstGeom prst="roundRect">
            <a:avLst>
              <a:gd name="adj" fmla="val 11111"/>
            </a:avLst>
          </a:prstGeom>
          <a:solidFill>
            <a:srgbClr val="FADBD8"/>
          </a:solidFill>
          <a:ln w="10160">
            <a:solidFill>
              <a:srgbClr val="F0B4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27264" y="1389888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27264" y="182880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28032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[1, 2, 3, 4]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663440" y="3017520"/>
            <a:ext cx="4251960" cy="32004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05409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[e['employee_id'] for e in employee_list if e['tasks_completed'] &gt;= 20]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3429000"/>
            <a:ext cx="86868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84048" y="3520440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request == 'total_tasks_completed':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sum(e['tasks_completed'] for e in employee_list)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request == 'productive_team_members':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[e['employee_id'] for e in employee_list if e['tasks_completed'] &gt;= 20]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"most_efficient_employee"  &amp;  "sort_by_hours_worked"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749808"/>
            <a:ext cx="42519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41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most_efficient_employee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1338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= tasks / hours  →  highest wins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(tie: most tasks)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913632" cy="256032"/>
          </a:xfrm>
          <a:prstGeom prst="rect">
            <a:avLst/>
          </a:prstGeom>
          <a:solidFill>
            <a:srgbClr val="D4EDDA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1: 30/40 =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15087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47872" y="1508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WINNER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3913632" cy="256032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83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2: 60/90 =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783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057400"/>
            <a:ext cx="3913632" cy="256032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57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3: 60/100 =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057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331720"/>
            <a:ext cx="3913632" cy="256032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31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4: 50/100 =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2331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3913632" cy="256032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06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5: 10/30 =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606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200400"/>
            <a:ext cx="4251960" cy="32004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23697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max(employee_list, key=lambda e: (e['tasks_completed']/e['hours_worked'], e['tasks_completed']))['employee_id']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749808"/>
            <a:ext cx="425196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841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sort_by_hours_worked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11338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hours desc, tie-break by tasks desc: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6592" y="1389888"/>
            <a:ext cx="4023360" cy="237744"/>
          </a:xfrm>
          <a:prstGeom prst="rect">
            <a:avLst/>
          </a:prstGeom>
          <a:solidFill>
            <a:srgbClr val="FCE8E3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389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Emp 3  hours=100  tasks=60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36592" y="1645920"/>
            <a:ext cx="4023360" cy="237744"/>
          </a:xfrm>
          <a:prstGeom prst="rect">
            <a:avLst/>
          </a:prstGeom>
          <a:solidFill>
            <a:srgbClr val="FCE8E3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645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Emp 4  hours=100  tasks=50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36592" y="1901952"/>
            <a:ext cx="4023360" cy="237744"/>
          </a:xfrm>
          <a:prstGeom prst="rect">
            <a:avLst/>
          </a:prstGeom>
          <a:solidFill>
            <a:srgbClr val="DCEAF7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9019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Emp 2  hours=90  tasks=60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36592" y="2157984"/>
            <a:ext cx="4023360" cy="237744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1579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Emp 1  hours=40  tasks=30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36592" y="2414016"/>
            <a:ext cx="4023360" cy="237744"/>
          </a:xfrm>
          <a:prstGeom prst="rect">
            <a:avLst/>
          </a:prstGeom>
          <a:solidFill>
            <a:srgbClr val="F8F6F2"/>
          </a:solidFill>
          <a:ln w="6350">
            <a:solidFill>
              <a:srgbClr val="D8D4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4140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Emp 5  hours=30  tasks=10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28032" y="27066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[3, 4, 2, 1, 5]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3200400"/>
            <a:ext cx="4251960" cy="320040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236976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[e['employee_id'] for e in sorted(employee_list, key=lambda e: (-e['hours_worked'], -e['tasks_completed']))]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611880"/>
            <a:ext cx="8686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84048" y="3703320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request == 'most_efficient_employee':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max(employee_list, key=lambda e: (e['tasks_completed']/e['hours_worked'], e['tasks_completed']))['employee_id']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request == 'sort_by_hours_worked':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[e['employee_id'] for e in sorted(employee_list, key=lambda e: (-e['hours_worked'], -e['tasks_completed']))]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6217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function — explicit if-elif for each task.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05840"/>
            <a:ext cx="83210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process_employees(employee_list, request):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request == 'total_tasks_completed':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sum(e['tasks_completed'] for e in employee_list)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request == 'most_efficient_employee':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best = max(employee_list,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key=lambda e: (e['tasks_completed'] / e['hours_worked'],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e['tasks_completed']))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best['employee_id']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request == 'sort_by_hours_worked':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sorted_list = sorted(employee_list,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key=lambda e: (-e['hours_worked'],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-e['tasks_completed']))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[e['employee_id'] for e in sorted_list]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request == 'productive_team_members':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[e['employee_id'] for e in employee_list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e['tasks_completed'] &gt;= 20]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Behind the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8686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96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sum() with generator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sum(e['tasks_completed'] for e in L)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sums one field across all dicts without building an intermediate list.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0" cy="3886200"/>
          </a:xfrm>
          <a:prstGeom prst="line">
            <a:avLst/>
          </a:prstGeom>
          <a:noFill/>
          <a:ln w="10160">
            <a:solidFill>
              <a:srgbClr val="D8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8961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max() with tuple key for tiebreak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36592" y="118872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max(L, key=lambda e: (e['tasks']/e['hours'], e['tasks']))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36592" y="14447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compares tuples element-by-element: (0.75, 30) &gt; (0.75, 20). Use this for multi-criterion max/min.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8321040" cy="0"/>
          </a:xfrm>
          <a:prstGeom prst="line">
            <a:avLst/>
          </a:prstGeom>
          <a:noFill/>
          <a:ln w="10160">
            <a:solidFill>
              <a:srgbClr val="D8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214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sorted() with negative key for descending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41401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sorted(L, key=lambda e: (-e['hours'], -e['tasks']))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6700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 numeric keys to sort descending without reverse=True. Works for multi-key sort with mixed directions.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21214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list comprehension with filter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241401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[e['employee_id'] for e in L if e['tasks'] &gt;= 20]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36592" y="26700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filter + extract in one expression. Preserves original list order — no sorting needed.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246120"/>
            <a:ext cx="8321040" cy="0"/>
          </a:xfrm>
          <a:prstGeom prst="line">
            <a:avLst/>
          </a:prstGeom>
          <a:noFill/>
          <a:ln w="10160">
            <a:solidFill>
              <a:srgbClr val="D8D4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337560"/>
            <a:ext cx="8321040" cy="1481328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015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Tiebreaking with tuples: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3639312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sort_by_hours: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3 and 4 both have 100 hours. Emp 3 (60 tasks) beats Emp 4 (50 tasks) → key (-100, -60) &lt; (-100, -50) → 3 comes first.
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most_efficient: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employees had equal ratio, the one with more tasks_completed wins → (ratio, tasks) tuple as max key.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Tuple Keys for Multi-Criteria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max(key=lambda e: (primary, secondary)) uses tuple comparison: Python compares left-to-right. Use this for any tiebreaking scenario.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Negative Keys for Descending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sorted(key=lambda e: (-hours, -tasks)) sorts descending without reverse=True. Negating works for any numeric field and handles mixed-direction sorts elegantly.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List Comprehension Patterns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[e['id'] for e in L if condition] extracts and filters in one line. For sum: use sum(e['field'] for e in L). Both preserve original order.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efficient: max(L, key=lambda e: (e['tasks']/e['hours'], e['tasks']))['employee_id']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sort:      [e['employee_id'] for e in sorted(L, key=lambda e: (-e['hours_worked'], -e['tasks_completed']))]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3 - Problem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2026-04-21T19:05:53Z</dcterms:created>
  <dcterms:modified xsi:type="dcterms:W3CDTF">2026-04-21T19:05:53Z</dcterms:modified>
</cp:coreProperties>
</file>
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Palindrome — Advanced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2 - Problem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'is_palindrome'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returns </a:t>
            </a:r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string reads the same forwards and backwards, ignoring: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3794760" cy="329184"/>
          </a:xfrm>
          <a:prstGeom prst="roundRect">
            <a:avLst>
              <a:gd name="adj" fmla="val 13889"/>
            </a:avLst>
          </a:prstGeom>
          <a:solidFill>
            <a:srgbClr val="DCEAF7"/>
          </a:solidFill>
          <a:ln w="10160">
            <a:solidFill>
              <a:srgbClr val="1F4E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Spaces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734056"/>
            <a:ext cx="3794760" cy="329184"/>
          </a:xfrm>
          <a:prstGeom prst="roundRect">
            <a:avLst>
              <a:gd name="adj" fmla="val 13889"/>
            </a:avLst>
          </a:prstGeom>
          <a:solidFill>
            <a:srgbClr val="FCE8E3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340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Capitalisation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136392"/>
            <a:ext cx="3794760" cy="329184"/>
          </a:xfrm>
          <a:prstGeom prst="roundRect">
            <a:avLst>
              <a:gd name="adj" fmla="val 13889"/>
            </a:avLst>
          </a:prstGeom>
          <a:solidFill>
            <a:srgbClr val="EFE3F7"/>
          </a:solidFill>
          <a:ln w="1016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363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Punctuation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str.isalnum()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filter chars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9776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977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.lower()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case-insensitivity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2976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297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man, a plan..."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58191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amanaplanacanalpanama 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0" y="17556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993392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0848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"racecar"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29514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racecar == racecar 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706624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7980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00837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hello ≠ olleh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0" y="318211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3419856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511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lemon, no melon"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7216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nolemonnomelon ≠ reversed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12080" y="389534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4133088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(str)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string — may contain spaces, punctuation, mixed case.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4475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Keep only alnum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chars (isalnum)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10312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Lowercase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(.lower())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76148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 clean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str to [::-1]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41985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filtered lowercased string equals its reverse.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with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c.isalnum()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lowercase with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c.lower()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compare to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[::-1]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man, a plan, a canal, Panama!"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Keep only alphanumeric chars  (isalnum = True = keep, False = drop)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DCEAF7"/>
          </a:solidFill>
          <a:ln w="19050">
            <a:solidFill>
              <a:srgbClr val="7AAA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16152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9384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DCEAF7"/>
          </a:solidFill>
          <a:ln w="19050">
            <a:solidFill>
              <a:srgbClr val="7AAA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42616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DCEAF7"/>
          </a:solidFill>
          <a:ln w="19050">
            <a:solidFill>
              <a:srgbClr val="7AAA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5848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DCEAF7"/>
          </a:solidFill>
          <a:ln w="19050">
            <a:solidFill>
              <a:srgbClr val="7AAA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9080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82312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95544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DCEAF7"/>
          </a:solidFill>
          <a:ln w="19050">
            <a:solidFill>
              <a:srgbClr val="7AAA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08776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22008" y="162763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DCEAF7"/>
          </a:solidFill>
          <a:ln w="19050">
            <a:solidFill>
              <a:srgbClr val="7AAA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16276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0" y="17190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…→ letters/digits kept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1762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.lower()  →  all lowercase → filtered clean string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2468880"/>
            <a:ext cx="8138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24688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"amanaplanacanalpanama"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29260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Compare to reverse  →  clean == clean[::-1]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218688"/>
            <a:ext cx="8138160" cy="329184"/>
          </a:xfrm>
          <a:prstGeom prst="rect">
            <a:avLst/>
          </a:prstGeom>
          <a:solidFill>
            <a:srgbClr val="DCEAF7"/>
          </a:solidFill>
          <a:ln w="10160">
            <a:solidFill>
              <a:srgbClr val="7AAA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21868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Forward:  "amanaplanacanalpanama"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3584448"/>
            <a:ext cx="8138160" cy="329184"/>
          </a:xfrm>
          <a:prstGeom prst="rect">
            <a:avLst/>
          </a:prstGeom>
          <a:solidFill>
            <a:srgbClr val="D4EDDA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58444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Reverse:  "amanaplanacanalpanama"  ✓ Same!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4005072"/>
            <a:ext cx="8138160" cy="320040"/>
          </a:xfrm>
          <a:prstGeom prst="roundRect">
            <a:avLst>
              <a:gd name="adj" fmla="val 17143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0050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== reverse  →  True 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filter chars, lowercase, compare to reverse.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is_palindrome(s: str) -&gt; bool: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1: Keep only alphanumeric chars, lowercased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filtered =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c.isalnum():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filtered.append(c.lower())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2: Build clean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= ''.join(filtered)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3: Compare to its reverse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clean == clean[::-1]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42048" y="187452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8288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isalnum() returns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for a-z,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A-Z, 0-9.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65176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6060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added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filter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pass.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52044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474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[::-1] reverses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Two-liner using a generator expression inside join().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is_palindrome(s: str) -&gt; bool: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= ''.join(c.lower() for c in s if c.isalnum())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clean == clean[::-1]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2240280"/>
            <a:ext cx="8686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generator expression: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72968" y="27614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over every character in the input string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c.isalnum()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72968" y="309067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keep only alphanumeric chars — drops spaces, commas, 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41985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c.lower()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72968" y="341985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 each kept character to lowercase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''.join(...)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72968" y="37490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 all filtered+lowercased chars into one clean string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07822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== clean[::-1]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72968" y="407822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if clean string equals its own reverse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Loop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+ join()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filtered list — easy to debug.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 visible.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more filters.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handles filter + lower in one pass.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intermediate list.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Python.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c.isalnum():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filtered.append(c.lower())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''.join(filtered)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clean == clean[::-1]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0" y="3794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''.join(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c.lower() for c in 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c.isalnum())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clean == clean[::-1]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isalnum() for Filtering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c.isalnum() returns True only for letters (a-z, A-Z) and digits (0-9). It filters out spaces, commas, exclamation marks, and all other punctuation in one call.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Combine Filter + Lower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c.lower() inside the same loop as c.isalnum(). This avoids a second pass and keeps the logic in one place: keep only alnum and lowercase it simultaneously.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Reverse with [::-1]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s[::-1] reverses any sequence in Python using slice notation. Comparing a string to its own reverse is the standard palindrome check after normalisation.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Filter:   clean = ''.join(c.lower() for c in s if c.isalnum())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Check:    return clean == clean[::-1]   # palindrome if string equals its reverse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2026-04-21T15:38:54Z</dcterms:created>
  <dcterms:modified xsi:type="dcterms:W3CDTF">2026-04-21T15:38:54Z</dcterms:modified>
</cp:coreProperties>
</file>
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Abbreviate Initials and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names and convert each to abbreviated format:
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"Last, F."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2-word names
</a:t>
            </a:r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"Last, F.M."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3-word names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results sorted alphabetically.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9077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907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type: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input, print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 first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first+middle initials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5478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47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initial followed by a dot: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30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alphabetically by last 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353312"/>
            <a:ext cx="3456432" cy="96012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371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66944" y="155448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Doe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Johnson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Alan Rickman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377440"/>
            <a:ext cx="0" cy="256032"/>
          </a:xfrm>
          <a:prstGeom prst="line">
            <a:avLst/>
          </a:prstGeom>
          <a:noFill/>
          <a:ln w="190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12080" y="2697480"/>
            <a:ext cx="3456432" cy="914400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2715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6944" y="289864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Doe, J.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Johnson, A.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Rickman, B.A.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712464"/>
            <a:ext cx="3840480" cy="100584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7490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93792" y="396849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 Doe"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"Doe, J."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 Alan Rickman"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"Rickman, B.A."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2…n+1: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2 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words, already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correct case.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173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n names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984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 each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into parts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551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Build: Last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F. + M. (if 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1181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into a 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6850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 &amp; print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508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names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Last, 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Last, F.M.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 order.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2880360"/>
            <a:ext cx="0" cy="91440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= name.split()  →  last = parts[-1]  →  initials from parts[:-1]  →  sort with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example names — split, label, build abbreviated form: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DCEAF7"/>
          </a:solidFill>
          <a:ln w="19050">
            <a:solidFill>
              <a:srgbClr val="1F4E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1325880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FCE8E3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258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1545336"/>
            <a:ext cx="365760" cy="0"/>
          </a:xfrm>
          <a:prstGeom prst="line">
            <a:avLst/>
          </a:prstGeom>
          <a:noFill/>
          <a:ln w="2540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51960" y="1325880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3258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"Doe, J."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DCEAF7"/>
          </a:solidFill>
          <a:ln w="19050">
            <a:solidFill>
              <a:srgbClr val="1F4E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7568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53288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03120" y="2075688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FCE8E3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07568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253288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94760" y="2295144"/>
            <a:ext cx="365760" cy="0"/>
          </a:xfrm>
          <a:prstGeom prst="line">
            <a:avLst/>
          </a:prstGeom>
          <a:noFill/>
          <a:ln w="2540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51960" y="2075688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0756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"Johnson, A."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282549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DCEAF7"/>
          </a:solidFill>
          <a:ln w="19050">
            <a:solidFill>
              <a:srgbClr val="1F4E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2549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2826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0" y="282549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FE3F7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282549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2826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2825496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CE8E3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82549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Rickman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328269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3044952"/>
            <a:ext cx="365760" cy="0"/>
          </a:xfrm>
          <a:prstGeom prst="line">
            <a:avLst/>
          </a:prstGeom>
          <a:noFill/>
          <a:ln w="2540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29200" y="2825496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8254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"Rickman, B.A."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3101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processing — sort alphabetically by last name: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621024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D4EDDA"/>
          </a:solidFill>
          <a:ln w="12700">
            <a:solidFill>
              <a:srgbClr val="A8D5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63931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→ </a:t>
            </a:r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Doe, J.  ·  Johnson, A.  ·  Rickman, B.A.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 &lt; J &lt; R  — alphabetical by last name)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split each name, build abbreviated form, sort and print.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range(n):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= input().split()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  = name[-1]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 = name[0][0] + '.'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len(name) == 3: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middle = name[1][0] + '.'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abbreviated = last + ', ' + first + middle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abbreviated = last + ', ' + first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results.append(abbreviated)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 in sorted(results):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42048" y="175564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709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name[-1] is always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word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5146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4688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name[0][0] gets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word = 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2461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200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→ 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initial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last name.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0507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395935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returns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sorted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modifying.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helper function + list comprehension + join.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abbreviate(name):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name.split()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initials = '.'.join(p[0] for p in parts[:-1]) + '.'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f"{parts[-1]}, {initials}"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[input() for _ in range(n)]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entry in sorted(abbreviate(name) for name in names):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print(entry)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999232"/>
            <a:ext cx="8686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127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helper function: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parts[:-1]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345643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words except the last = [first] or [first, middle]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673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p[0] for p in parts[:-1]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376732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take the first char (initial) of each non-last word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782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'.'.join(...) + '.'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407822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 initials with '.' between them, then append trailing '.'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389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f"{parts[-1]}, {initials}"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438912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f-string: last name + ', ' + the initials string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if/else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+ join()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2 vs 3 name check.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names each part.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number of words.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'.'.join handles all initials.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f-string format.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name[-1]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= name[0][0] + '.'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len==3: middle = name[1][0]+'.'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results.append(last+', '+first+middle)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initials = '.'.join(p[0] for 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parts[:-1]) + '.'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f"{parts[-1]}, {initials}"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name[-1] is the Last Name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name list from split(), parts[-1] is the last element = last name. parts[:-1] gives all other words = [first] or [first, middle].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Building Initials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p[0] + '.' gives one initial. For multiple initials use: '.'.join(p[0] for p in parts[:-1]) + '.' — this joins with '.' between initials and adds trailing dot.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sorted() for Output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sorted(list) returns a new sorted list — the original is unchanged. Sorting the abbreviated strings sorts alphabetically by last name since last name comes first in the format.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= parts[-1]  |  initials = '.'.join(p[0] for p in parts[:-1]) + '.'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= f"{last}, {initials}"   then  sorted(results)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2026-04-21T15:59:38Z</dcterms:created>
  <dcterms:modified xsi:type="dcterms:W3CDTF">2026-04-21T15:59:38Z</dcterms:modified>
</cp:coreProperties>
</file>
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ynvgVDZDQUCD7ottmGTO/5S+2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2025 Jan OPPE 2 - Set 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Check if Either Number is a Multiple of the Other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Section 1 - Problem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Problem Definition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228600" y="914400"/>
            <a:ext cx="4160400" cy="3811500"/>
          </a:xfrm>
          <a:prstGeom prst="roundRect">
            <a:avLst>
              <a:gd fmla="val 229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11480" y="1371600"/>
            <a:ext cx="3749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Write a function </a:t>
            </a:r>
            <a:r>
              <a:rPr b="1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'is_multiple'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that takes two integers and returns </a:t>
            </a:r>
            <a:r>
              <a:rPr b="1" i="0" lang="en-US" sz="13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if either number is a multiple of the other, else </a:t>
            </a:r>
            <a:r>
              <a:rPr b="1" i="0" lang="en-US" sz="13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11480" y="2487168"/>
            <a:ext cx="182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94360" y="248716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a % b == 0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→ a is multiple of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11480" y="2834640"/>
            <a:ext cx="182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94360" y="283464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b % a == 0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→ b is multiple of 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11480" y="3182112"/>
            <a:ext cx="182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94360" y="318211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Either condition → </a:t>
            </a:r>
            <a:r>
              <a:rPr b="1" i="0" lang="en-US" sz="13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11480" y="3529584"/>
            <a:ext cx="182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94360" y="352958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Function only — no input/print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4462272" y="274320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" name="Google Shape;37;p2"/>
          <p:cNvSpPr/>
          <p:nvPr/>
        </p:nvSpPr>
        <p:spPr>
          <a:xfrm>
            <a:off x="5029200" y="914400"/>
            <a:ext cx="3840600" cy="3811500"/>
          </a:xfrm>
          <a:prstGeom prst="roundRect">
            <a:avLst>
              <a:gd fmla="val 238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EXAMPLE &amp; EXPLANATION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212080" y="137160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is_multiple(10, 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212080" y="1572768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10 % 5 == 0  → 10 is multiple of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212080" y="176479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b="1" i="0" lang="en-US" sz="11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5212080" y="2029968"/>
            <a:ext cx="33832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2"/>
          <p:cNvSpPr/>
          <p:nvPr/>
        </p:nvSpPr>
        <p:spPr>
          <a:xfrm>
            <a:off x="5212080" y="212140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is_multiple(6, 18)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212080" y="2322576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18 % 6 == 0  → 18 is multiple of 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212080" y="251460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b="1" i="0" lang="en-US" sz="11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2"/>
          <p:cNvCxnSpPr/>
          <p:nvPr/>
        </p:nvCxnSpPr>
        <p:spPr>
          <a:xfrm>
            <a:off x="5212080" y="2779776"/>
            <a:ext cx="33832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2"/>
          <p:cNvSpPr/>
          <p:nvPr/>
        </p:nvSpPr>
        <p:spPr>
          <a:xfrm>
            <a:off x="5212080" y="287121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is_multiple(7, 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212080" y="3072384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7%3 ≠ 0 and 3%7 ≠ 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212080" y="3264408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2"/>
          <p:cNvCxnSpPr/>
          <p:nvPr/>
        </p:nvCxnSpPr>
        <p:spPr>
          <a:xfrm>
            <a:off x="5212080" y="3529584"/>
            <a:ext cx="33832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2"/>
          <p:cNvSpPr/>
          <p:nvPr/>
        </p:nvSpPr>
        <p:spPr>
          <a:xfrm>
            <a:off x="5212080" y="362102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is_multiple(8, 16)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212080" y="382219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16 % 8 == 0  → 16 is multiple of 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212080" y="4014216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b="1" i="0" lang="en-US" sz="11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2"/>
          <p:cNvCxnSpPr/>
          <p:nvPr/>
        </p:nvCxnSpPr>
        <p:spPr>
          <a:xfrm>
            <a:off x="5212080" y="4279392"/>
            <a:ext cx="33832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Problem Specification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28600" y="914400"/>
            <a:ext cx="2834700" cy="35733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246125" y="914400"/>
            <a:ext cx="2834700" cy="35733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THE BLACK 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263650" y="914400"/>
            <a:ext cx="2834700" cy="35733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93192" y="15087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a (int)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b (int)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93192" y="217627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Two integer arguments.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401568" y="1444752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Check if a 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divisible by 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(a % b == 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401568" y="2221992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Check if b 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divisible by 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(b % a == 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401568" y="2999232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Return True if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either is True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419088" y="15087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419088" y="205740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True if either a % b == 0 or b % a == 0,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False otherwise.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3090672" y="2880360"/>
            <a:ext cx="13716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" name="Google Shape;76;p3"/>
          <p:cNvCxnSpPr/>
          <p:nvPr/>
        </p:nvCxnSpPr>
        <p:spPr>
          <a:xfrm>
            <a:off x="6108192" y="2880360"/>
            <a:ext cx="13716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" name="Google Shape;77;p3"/>
          <p:cNvSpPr/>
          <p:nvPr/>
        </p:nvSpPr>
        <p:spPr>
          <a:xfrm>
            <a:off x="228600" y="4553695"/>
            <a:ext cx="8686800" cy="347400"/>
          </a:xfrm>
          <a:prstGeom prst="rect">
            <a:avLst/>
          </a:prstGeom>
          <a:solidFill>
            <a:srgbClr val="F5F3EF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411480" y="4581127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Constraint: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Check BOTH directions — </a:t>
            </a:r>
            <a:r>
              <a:rPr b="1" i="0" lang="en-US" sz="11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a % b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0" lang="en-US" sz="11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b % a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— either being 0 means True.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Visualizing the Operations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28600" y="886975"/>
            <a:ext cx="8686800" cy="3922800"/>
          </a:xfrm>
          <a:prstGeom prst="roundRect">
            <a:avLst>
              <a:gd fmla="val 225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502920" y="10058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Example pairs: (10, 5), (7, 3), (6, 18)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02920" y="138988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Step 1:  Apply both modulo checks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914400" y="1719072"/>
            <a:ext cx="2331720" cy="411480"/>
          </a:xfrm>
          <a:prstGeom prst="roundRect">
            <a:avLst>
              <a:gd fmla="val 15556" name="adj"/>
            </a:avLst>
          </a:prstGeom>
          <a:solidFill>
            <a:srgbClr val="1F4E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914400" y="1719072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a=10, b=5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566160" y="1719072"/>
            <a:ext cx="2331720" cy="411480"/>
          </a:xfrm>
          <a:prstGeom prst="roundRect">
            <a:avLst>
              <a:gd fmla="val 15556" name="adj"/>
            </a:avLst>
          </a:prstGeom>
          <a:solidFill>
            <a:srgbClr val="1F4E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3566160" y="1719072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a=7, b=3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6217920" y="1719072"/>
            <a:ext cx="2331720" cy="411480"/>
          </a:xfrm>
          <a:prstGeom prst="roundRect">
            <a:avLst>
              <a:gd fmla="val 15556" name="adj"/>
            </a:avLst>
          </a:prstGeom>
          <a:solidFill>
            <a:srgbClr val="1F4E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217920" y="1719072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a=6, b=18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5720" y="2404872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a % b == 0?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" y="3017520"/>
            <a:ext cx="8412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b % a == 0?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914400" y="2331720"/>
            <a:ext cx="2331720" cy="384048"/>
          </a:xfrm>
          <a:prstGeom prst="roundRect">
            <a:avLst>
              <a:gd fmla="val 14286" name="adj"/>
            </a:avLst>
          </a:prstGeom>
          <a:solidFill>
            <a:srgbClr val="D4EDDA"/>
          </a:solidFill>
          <a:ln cap="flat" cmpd="sng" w="9525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914400" y="233172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✓  True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914400" y="2944368"/>
            <a:ext cx="2331720" cy="384048"/>
          </a:xfrm>
          <a:prstGeom prst="roundRect">
            <a:avLst>
              <a:gd fmla="val 14286" name="adj"/>
            </a:avLst>
          </a:prstGeom>
          <a:solidFill>
            <a:srgbClr val="FADBD8"/>
          </a:solidFill>
          <a:ln cap="flat" cmpd="sng" w="9525">
            <a:solidFill>
              <a:srgbClr val="F0B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914400" y="294436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False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566160" y="2331720"/>
            <a:ext cx="2331720" cy="384048"/>
          </a:xfrm>
          <a:prstGeom prst="roundRect">
            <a:avLst>
              <a:gd fmla="val 14286" name="adj"/>
            </a:avLst>
          </a:prstGeom>
          <a:solidFill>
            <a:srgbClr val="FADBD8"/>
          </a:solidFill>
          <a:ln cap="flat" cmpd="sng" w="9525">
            <a:solidFill>
              <a:srgbClr val="F0B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566160" y="233172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False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566160" y="2944368"/>
            <a:ext cx="2331720" cy="384048"/>
          </a:xfrm>
          <a:prstGeom prst="roundRect">
            <a:avLst>
              <a:gd fmla="val 14286" name="adj"/>
            </a:avLst>
          </a:prstGeom>
          <a:solidFill>
            <a:srgbClr val="FADBD8"/>
          </a:solidFill>
          <a:ln cap="flat" cmpd="sng" w="9525">
            <a:solidFill>
              <a:srgbClr val="F0B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3566160" y="294436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False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217920" y="2331720"/>
            <a:ext cx="2331720" cy="384048"/>
          </a:xfrm>
          <a:prstGeom prst="roundRect">
            <a:avLst>
              <a:gd fmla="val 14286" name="adj"/>
            </a:avLst>
          </a:prstGeom>
          <a:solidFill>
            <a:srgbClr val="FADBD8"/>
          </a:solidFill>
          <a:ln cap="flat" cmpd="sng" w="9525">
            <a:solidFill>
              <a:srgbClr val="F0B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217920" y="2331720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 False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217920" y="2944368"/>
            <a:ext cx="2331720" cy="384048"/>
          </a:xfrm>
          <a:prstGeom prst="roundRect">
            <a:avLst>
              <a:gd fmla="val 14286" name="adj"/>
            </a:avLst>
          </a:prstGeom>
          <a:solidFill>
            <a:srgbClr val="D4EDDA"/>
          </a:solidFill>
          <a:ln cap="flat" cmpd="sng" w="9525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217920" y="2944368"/>
            <a:ext cx="2331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✓  True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02920" y="345643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Step 2:  OR both checks → final result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914400" y="3776472"/>
            <a:ext cx="2331720" cy="475488"/>
          </a:xfrm>
          <a:prstGeom prst="roundRect">
            <a:avLst>
              <a:gd fmla="val 13462" name="adj"/>
            </a:avLst>
          </a:prstGeom>
          <a:solidFill>
            <a:srgbClr val="D4EDDA"/>
          </a:solidFill>
          <a:ln cap="flat" cmpd="sng" w="10150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914400" y="3776472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10, 5 → True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566160" y="3776472"/>
            <a:ext cx="2331720" cy="475488"/>
          </a:xfrm>
          <a:prstGeom prst="roundRect">
            <a:avLst>
              <a:gd fmla="val 13462" name="adj"/>
            </a:avLst>
          </a:prstGeom>
          <a:solidFill>
            <a:srgbClr val="FADBD8"/>
          </a:solidFill>
          <a:ln cap="flat" cmpd="sng" w="10150">
            <a:solidFill>
              <a:srgbClr val="F0B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3566160" y="3776472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7, 3  → False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217920" y="3776472"/>
            <a:ext cx="2331720" cy="475488"/>
          </a:xfrm>
          <a:prstGeom prst="roundRect">
            <a:avLst>
              <a:gd fmla="val 13462" name="adj"/>
            </a:avLst>
          </a:prstGeom>
          <a:solidFill>
            <a:srgbClr val="D4EDDA"/>
          </a:solidFill>
          <a:ln cap="flat" cmpd="sng" w="10150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217920" y="3776472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6, 18 → True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Explanatory Approach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Step-by-step: check both directions with separate conditions.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def is_multiple(a: int, b: int) -&gt; bool: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1: Check if a is a multiple of 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a_is_multiple_of_b = a % b == 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2: Check if b is a multiple of 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b_is_multiple_of_a = b % a == 0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3: Return True if either holds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a_is_multiple_of_b or b_is_multiple_of_a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5"/>
          <p:cNvCxnSpPr/>
          <p:nvPr/>
        </p:nvCxnSpPr>
        <p:spPr>
          <a:xfrm>
            <a:off x="7242048" y="192024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5"/>
          <p:cNvSpPr/>
          <p:nvPr/>
        </p:nvSpPr>
        <p:spPr>
          <a:xfrm>
            <a:off x="7562088" y="187452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 % b == 0 means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 divides evenly by 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5"/>
          <p:cNvCxnSpPr/>
          <p:nvPr/>
        </p:nvCxnSpPr>
        <p:spPr>
          <a:xfrm>
            <a:off x="7242048" y="278892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5"/>
          <p:cNvSpPr/>
          <p:nvPr/>
        </p:nvSpPr>
        <p:spPr>
          <a:xfrm>
            <a:off x="7562088" y="27432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Both directions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must be checked.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5"/>
          <p:cNvCxnSpPr/>
          <p:nvPr/>
        </p:nvCxnSpPr>
        <p:spPr>
          <a:xfrm>
            <a:off x="7242048" y="365760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5"/>
          <p:cNvSpPr/>
          <p:nvPr/>
        </p:nvSpPr>
        <p:spPr>
          <a:xfrm>
            <a:off x="7562088" y="361188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or: True if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either is True.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Pythonic Optimization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One-liner using inline or expression.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228600" y="969264"/>
            <a:ext cx="8686800" cy="1078992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384048" y="1042416"/>
            <a:ext cx="8321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def is_multiple(a: int, b: int) -&gt; bool: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a % b == 0 or b % a == 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228600" y="2212848"/>
            <a:ext cx="8686800" cy="260604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11480" y="23500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How it works — two checks, one line: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11480" y="2697480"/>
            <a:ext cx="5120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a % b == 0</a:t>
            </a: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→ checks if a is divisible by b (a is a multiple of b).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a % b == 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gives remainder — if 0, divides evenly.</a:t>
            </a:r>
            <a:b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b % a == 0</a:t>
            </a: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→ checks if b is divisible by a (b is a multiple of a).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→ returns </a:t>
            </a:r>
            <a:r>
              <a:rPr b="1" i="0" lang="en-US" sz="125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as soon as the first condition is </a:t>
            </a:r>
            <a:r>
              <a:rPr b="1" i="0" lang="en-US" sz="125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(short-circuit).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669280" y="235000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172200" y="235000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675120" y="235000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a%b=0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7479792" y="235000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b%a=0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275320" y="235000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669280" y="267919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172200" y="267919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6675120" y="267919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7479792" y="2679192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8275320" y="267919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669280" y="29718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172200" y="29718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675120" y="2971800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7479792" y="2971800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275320" y="297180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669280" y="326440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172200" y="326440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675120" y="326440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479792" y="326440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275320" y="326440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669280" y="3557016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172200" y="3557016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675120" y="3557016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7479792" y="3557016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275320" y="3557016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Solution Comparison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7"/>
          <p:cNvCxnSpPr/>
          <p:nvPr/>
        </p:nvCxnSpPr>
        <p:spPr>
          <a:xfrm>
            <a:off x="4572000" y="914400"/>
            <a:ext cx="0" cy="4023360"/>
          </a:xfrm>
          <a:prstGeom prst="straightConnector1">
            <a:avLst/>
          </a:prstGeom>
          <a:noFill/>
          <a:ln cap="flat" cmpd="sng" w="12700">
            <a:solidFill>
              <a:srgbClr val="C8C0B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78" name="Google Shape;1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4540" y="88238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9" name="Google Shape;17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9340" y="875563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Step-by-step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572000" y="1501935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One-liner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Names each condition explicitly.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Easy to read and debug.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Simple to extend with more checks.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Best for: Beginners &amp; clarity.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Inline or — no extra variables.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Idiomatic Python style.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Short-circuits on first True.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Best for: Clean code &amp; interviews.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57200" y="379476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a_mult_b = a % b == 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b_mult_a = b % a == 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return a_mult_b or b_mult_a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029200" y="397764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return a % b == 0 or b % a == 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228600" y="914400"/>
            <a:ext cx="2788800" cy="328980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01 Modulo for Divisibility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% b == 0 means a divides evenly by b — i.e. a is a multiple of b. Zero remainder = divisible.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127250" y="914400"/>
            <a:ext cx="2788800" cy="328980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02 Check Both Directions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Being a multiple is not symmetric. a % b == 0 does not imply b % a == 0. Always check both.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6035050" y="914400"/>
            <a:ext cx="2788800" cy="328980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03 Short-Circuit 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Python's or stops at the first True. If a % b == 0, it never evaluates b % a — saves work.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28600" y="4297683"/>
            <a:ext cx="8686800" cy="594300"/>
          </a:xfrm>
          <a:prstGeom prst="rect">
            <a:avLst/>
          </a:prstGeom>
          <a:solidFill>
            <a:srgbClr val="D6E4F7"/>
          </a:solidFill>
          <a:ln cap="flat" cmpd="sng" w="9525">
            <a:solidFill>
              <a:srgbClr val="A8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11480" y="4325115"/>
            <a:ext cx="320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Final Syntax Cheat Sheet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11480" y="4526283"/>
            <a:ext cx="8321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Step-by-step:  a_mult_b = a % b == 0; b_mult_a = b % a == 0; return a_mult_b or b_mult_a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One-liner:     return a % b == 0 or b % a == 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1 -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2026-04-20T18:36:00Z</dcterms:created>
  <dc:creator>PptxGenJS</dc:creator>
</cp:coreProperties>
</file>
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3JUP/XUk2bBt2np39RC7/NS98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 if String Starts and Ends with Same Vowel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1 - Problem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412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Write a function </a:t>
            </a: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'starts_and_ends_with_same_vowel'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that returns </a:t>
            </a: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if the string starts AND ends with the </a:t>
            </a: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same vowel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(case insensitive), else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2542032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254203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Vowels: </a:t>
            </a:r>
            <a:r>
              <a:rPr b="0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a, e, i, o, 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2907792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29077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Case insensitive: </a:t>
            </a:r>
            <a:r>
              <a:rPr b="0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'A' == 'a'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273552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2735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Both must be vowels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same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3639312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36393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Function only — no input/print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5029200" y="914400"/>
            <a:ext cx="3840600" cy="38412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080" y="15819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A…e — different vowels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177393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212080" y="2029968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5212080" y="212140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"Atta"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12080" y="233172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A…a — same vowel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52374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5212080" y="2779776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5212080" y="287121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"Tart"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212080" y="308152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T…t — not a vowel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212080" y="327355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5212080" y="3529584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5212080" y="36210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"umbrella"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12080" y="383133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u…a — different vowels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12080" y="40233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5212080" y="427939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8600" y="914400"/>
            <a:ext cx="2834700" cy="3616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46125" y="914400"/>
            <a:ext cx="2834700" cy="3616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263650" y="914400"/>
            <a:ext cx="2834700" cy="3616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 (str)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93192" y="19202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Any input string.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01568" y="1444752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Get first char: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s[0].lower()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01568" y="210312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Get last char: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s[-1].lower()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401568" y="2761488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Check both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in "aeiou"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01568" y="3419856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Check they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equal →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19088" y="205740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True if first and last chars are the same vowel (case insensitive).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" name="Google Shape;77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3"/>
          <p:cNvSpPr/>
          <p:nvPr/>
        </p:nvSpPr>
        <p:spPr>
          <a:xfrm>
            <a:off x="228600" y="4531195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1480" y="4558627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.lower()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for case-insensitive comparison  ·  Check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in "aeiou"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for vowel membership  ·  Both conditions use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28600" y="886975"/>
            <a:ext cx="8686800" cy="40050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02920" y="10058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Examples:  "Atta"  vs  "Apple"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02920" y="13716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1:  Extract first and last characters, lowercase both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22960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DCEAF7"/>
          </a:solidFill>
          <a:ln cap="flat" cmpd="sng" w="1905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22960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399032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0EDE8"/>
          </a:solidFill>
          <a:ln cap="flat" cmpd="sng" w="1015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399032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975104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0EDE8"/>
          </a:solidFill>
          <a:ln cap="flat" cmpd="sng" w="1015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975104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551176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CE8E3"/>
          </a:solidFill>
          <a:ln cap="flat" cmpd="sng" w="1905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551176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22960" y="22311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551176" y="22311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22960" y="24871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.lower()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22960" y="2761488"/>
            <a:ext cx="548640" cy="384048"/>
          </a:xfrm>
          <a:prstGeom prst="roundRect">
            <a:avLst>
              <a:gd fmla="val 14286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22960" y="276148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517904" y="2761488"/>
            <a:ext cx="548640" cy="384048"/>
          </a:xfrm>
          <a:prstGeom prst="roundRect">
            <a:avLst>
              <a:gd fmla="val 14286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517904" y="276148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2960" y="3246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Checks: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22960" y="351129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914400" y="351129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'a' in vowels?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  ✓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22960" y="378561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14400" y="378561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'a' in vowels?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  ✓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22960" y="405993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14400" y="405993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vowel?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  ✓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22960" y="4407408"/>
            <a:ext cx="3474720" cy="384048"/>
          </a:xfrm>
          <a:prstGeom prst="roundRect">
            <a:avLst>
              <a:gd fmla="val 16667" name="adj"/>
            </a:avLst>
          </a:prstGeom>
          <a:solidFill>
            <a:srgbClr val="D4EDDA"/>
          </a:solidFill>
          <a:ln cap="flat" cmpd="sng" w="101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822960" y="440740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"Atta" → </a:t>
            </a: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54880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DCEAF7"/>
          </a:solidFill>
          <a:ln cap="flat" cmpd="sng" w="1905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754880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330952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0EDE8"/>
          </a:solidFill>
          <a:ln cap="flat" cmpd="sng" w="1015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330952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07024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0EDE8"/>
          </a:solidFill>
          <a:ln cap="flat" cmpd="sng" w="1015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907024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83096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0EDE8"/>
          </a:solidFill>
          <a:ln cap="flat" cmpd="sng" w="10150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483096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059168" y="1719072"/>
            <a:ext cx="530352" cy="475488"/>
          </a:xfrm>
          <a:prstGeom prst="roundRect">
            <a:avLst>
              <a:gd fmla="val 11538" name="adj"/>
            </a:avLst>
          </a:prstGeom>
          <a:solidFill>
            <a:srgbClr val="FCE8E3"/>
          </a:solidFill>
          <a:ln cap="flat" cmpd="sng" w="1905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059168" y="1719072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54880" y="22311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059168" y="2231136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754880" y="24871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.lower()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54880" y="2761488"/>
            <a:ext cx="548640" cy="384048"/>
          </a:xfrm>
          <a:prstGeom prst="roundRect">
            <a:avLst>
              <a:gd fmla="val 14286" name="adj"/>
            </a:avLst>
          </a:prstGeom>
          <a:solidFill>
            <a:srgbClr val="DCEAF7"/>
          </a:solidFill>
          <a:ln cap="flat" cmpd="sng" w="12700">
            <a:solidFill>
              <a:srgbClr val="7A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754880" y="276148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49824" y="2761488"/>
            <a:ext cx="548640" cy="384048"/>
          </a:xfrm>
          <a:prstGeom prst="roundRect">
            <a:avLst>
              <a:gd fmla="val 14286" name="adj"/>
            </a:avLst>
          </a:prstGeom>
          <a:solidFill>
            <a:srgbClr val="FCE8E3"/>
          </a:solidFill>
          <a:ln cap="flat" cmpd="sng" w="12700">
            <a:solidFill>
              <a:srgbClr val="E899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449824" y="276148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'e'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754880" y="3246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Checks: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54880" y="351129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846320" y="351129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'a' in vowels?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  ✓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4880" y="378561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846320" y="378561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'e' in vowels?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  ✓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54880" y="4059936"/>
            <a:ext cx="3474720" cy="237744"/>
          </a:xfrm>
          <a:prstGeom prst="roundRect">
            <a:avLst>
              <a:gd fmla="val 15385" name="adj"/>
            </a:avLst>
          </a:prstGeom>
          <a:solidFill>
            <a:srgbClr val="FADBD8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46320" y="405993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vowel?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 ✗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54880" y="4407408"/>
            <a:ext cx="3474720" cy="384048"/>
          </a:xfrm>
          <a:prstGeom prst="roundRect">
            <a:avLst>
              <a:gd fmla="val 16667" name="adj"/>
            </a:avLst>
          </a:prstGeom>
          <a:solidFill>
            <a:srgbClr val="FADBD8"/>
          </a:solidFill>
          <a:ln cap="flat" cmpd="sng" w="1015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754880" y="440740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"Apple" → </a:t>
            </a:r>
            <a:r>
              <a:rPr b="1" i="0" lang="en-US" sz="14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extract, lowercase, check vowel membership and equality.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8600" y="969275"/>
            <a:ext cx="6949500" cy="38214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starts_and_ends_with_same_vowel(s: str) -&gt; bool: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vowels = "aeiou"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Get first and last chars, lowercased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first = s[0].lower()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last  = s[-1].lower()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Check both are vowels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if first not in vowels or last not in vowels: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False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Check they are the same vowel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first == last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7242048" y="182880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7562088" y="17830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.lower() normalises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'A' → 'a' for fair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comparison.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7242048" y="278892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7562088" y="27432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Early exit: 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either is not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vowel, stop.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7242048" y="374904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7562088" y="370332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Only reaches 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if both are vowels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check equality.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One-liner combining all three checks with and.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28600" y="969264"/>
            <a:ext cx="8686800" cy="1115568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84048" y="1024128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starts_and_ends_with_same_vowel(s: str) -&gt; bool: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s[0].lower() in "aeiou" and s[-1].lower() in "aeiou" and s[0].lower() == s[-1].lower()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28600" y="2240280"/>
            <a:ext cx="8686800" cy="2578608"/>
          </a:xfrm>
          <a:prstGeom prst="roundRect">
            <a:avLst>
              <a:gd fmla="val 354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11480" y="2377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How the three conditions chain with and: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11480" y="27614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5800" y="27614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s[0].lower() in "aeiou"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0" y="27614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First char is a vowel (case insensitive)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11480" y="31455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85800" y="31455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s[-1].lower() in "aeiou"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0" y="314553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Last char is a vowel (case insensitive)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11480" y="3529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5800" y="35295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s[0].lower() == s[-1].lower()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72000" y="35295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Both are the SAME vowel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11480" y="40050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short-circuits — if condition 1 is False, conditions 2 and 3 are skipped entirely.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11480" y="4352544"/>
            <a:ext cx="8321040" cy="438912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48640" y="4407408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Tip: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Since we check equality first in the simpler form: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first == last and first in vowels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also works — if first equals last and is a vowel, last must be that same vowel.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265" y="88238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934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One-liner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step clearly named.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Early exit if not a vowel.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debug and extend.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checks in one return.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Python style.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 short-circuits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37033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first=s[0].lower(); last=s[-1].lower()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if first not in "aeiou": return 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if last  not in "aeiou": return 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first == last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0" y="379476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s[0].lower() in "aeiou" 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     s[-1].lower() in "aeiou" 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     s[0].lower() == s[-1].lower()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Case-Insensitive with .lower()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Always call .lower() before comparing. 'A' and 'a' are different strings — .lower() normalises both to 'a' for a fair comparison.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Vowel Check with 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char in "aeiou" to test vowel membership. Clean and readable — no need for a list or chained comparisons.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and Short-Circuits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Python's and stops at the first False. If the first char is not a vowel, the second and third checks are skipped — efficient and Pythonic.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11480" y="4425696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Step-by-step:  first=s[0].lower(); last=s[-1].lower(); return first in "aeiou" and last in "aeiou" and first==last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11480" y="4608576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One-liner:     return s[0].lower() in "aeiou" and s[-1].lower() in "aeiou" and s[0].lower()==s[-1].lower()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2026-04-20T19:03:08Z</dcterms:created>
  <dc:creator>PptxGenJS</dc:creator>
</cp:coreProperties>
</file>
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g2/NBB/inb3rxClUJU5JkW5eaT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6D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2025 Jan OPPE 2 - Set 1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21488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String Rearrangement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281635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Section 3 - Problem 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6DE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/>
          <p:nvPr/>
        </p:nvSpPr>
        <p:spPr>
          <a:xfrm>
            <a:off x="320040" y="18288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Problem Definition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228600" y="914400"/>
            <a:ext cx="4160400" cy="3864300"/>
          </a:xfrm>
          <a:prstGeom prst="roundRect">
            <a:avLst>
              <a:gd fmla="val 2299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411480" y="105156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411480" y="1371600"/>
            <a:ext cx="37490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Read a file where each line contains a </a:t>
            </a:r>
            <a:r>
              <a:rPr b="1" i="0" lang="en-US" sz="13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string</a:t>
            </a: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followed by </a:t>
            </a:r>
            <a:r>
              <a:rPr b="1" i="0" lang="en-US" sz="13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comma-separated 1-based indices</a:t>
            </a: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. Rearrange the string's characters according to those indices and print each result.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411480" y="2542032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594360" y="2542032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Input format:</a:t>
            </a:r>
            <a:r>
              <a:rPr b="0" i="0" lang="en-US" sz="13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  string,i1,i2,i3,...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11480" y="288036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94360" y="288036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Indices are </a:t>
            </a:r>
            <a:r>
              <a:rPr b="1" i="0" lang="en-US" sz="13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1-based</a:t>
            </a: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(1 = first char)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11480" y="3218688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94360" y="321868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Each index is a position </a:t>
            </a: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 the original string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11480" y="356616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94360" y="356616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File I/O type — read file, print to stdout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" name="Google Shape;36;p2"/>
          <p:cNvCxnSpPr/>
          <p:nvPr/>
        </p:nvCxnSpPr>
        <p:spPr>
          <a:xfrm>
            <a:off x="4462272" y="2743200"/>
            <a:ext cx="502920" cy="0"/>
          </a:xfrm>
          <a:prstGeom prst="straightConnector1">
            <a:avLst/>
          </a:prstGeom>
          <a:noFill/>
          <a:ln cap="flat" cmpd="sng" w="31750">
            <a:solidFill>
              <a:srgbClr val="1F4E9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" name="Google Shape;37;p2"/>
          <p:cNvSpPr/>
          <p:nvPr/>
        </p:nvSpPr>
        <p:spPr>
          <a:xfrm>
            <a:off x="5029200" y="914400"/>
            <a:ext cx="3840600" cy="3864300"/>
          </a:xfrm>
          <a:prstGeom prst="roundRect">
            <a:avLst>
              <a:gd fmla="val 2381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5212080" y="105156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EXAMPLE &amp; EXPLANATION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212080" y="1371600"/>
            <a:ext cx="3456432" cy="1024128"/>
          </a:xfrm>
          <a:prstGeom prst="rect">
            <a:avLst/>
          </a:prstGeom>
          <a:solidFill>
            <a:srgbClr val="F5F3EF"/>
          </a:solidFill>
          <a:ln cap="flat" cmpd="sng" w="9525">
            <a:solidFill>
              <a:srgbClr val="D0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5257800" y="1389888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Input file: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257800" y="1572768"/>
            <a:ext cx="3337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hello,2,1,3,5,4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abcdef,3,2,1,6,5,4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xyz,3,1,2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" name="Google Shape;42;p2"/>
          <p:cNvCxnSpPr/>
          <p:nvPr/>
        </p:nvCxnSpPr>
        <p:spPr>
          <a:xfrm>
            <a:off x="6583680" y="2450592"/>
            <a:ext cx="0" cy="274320"/>
          </a:xfrm>
          <a:prstGeom prst="straightConnector1">
            <a:avLst/>
          </a:prstGeom>
          <a:noFill/>
          <a:ln cap="flat" cmpd="sng" w="19050">
            <a:solidFill>
              <a:srgbClr val="1F4E9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" name="Google Shape;43;p2"/>
          <p:cNvSpPr/>
          <p:nvPr/>
        </p:nvSpPr>
        <p:spPr>
          <a:xfrm>
            <a:off x="5212080" y="2788920"/>
            <a:ext cx="3456432" cy="804672"/>
          </a:xfrm>
          <a:prstGeom prst="rect">
            <a:avLst/>
          </a:prstGeom>
          <a:solidFill>
            <a:srgbClr val="F0FAF0"/>
          </a:solidFill>
          <a:ln cap="flat" cmpd="sng" w="9525">
            <a:solidFill>
              <a:srgbClr val="A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5257800" y="2807208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7D34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257800" y="2990088"/>
            <a:ext cx="3337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ehlol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cbafed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zxy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029200" y="3703320"/>
            <a:ext cx="3840480" cy="987552"/>
          </a:xfrm>
          <a:prstGeom prst="rect">
            <a:avLst/>
          </a:prstGeom>
          <a:solidFill>
            <a:srgbClr val="D6E4F7"/>
          </a:solidFill>
          <a:ln cap="flat" cmpd="sng" w="9525">
            <a:solidFill>
              <a:srgbClr val="A8C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5166360" y="3749040"/>
            <a:ext cx="3566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Key: 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Index </a:t>
            </a:r>
            <a:r>
              <a:rPr b="1" i="0" lang="en-US" sz="11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means 'take the char at position 2 of the original'</a:t>
            </a:r>
            <a:b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hello</a:t>
            </a: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with indices </a:t>
            </a:r>
            <a:r>
              <a:rPr b="0" i="0" lang="en-US" sz="11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2,1,3,5,4</a:t>
            </a: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b="0" i="0" lang="en-US" sz="11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e,h,l,o,l</a:t>
            </a: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b="1" i="0" lang="en-US" sz="11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"ehlol"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Python Buddy  ·  Section 3 - Problem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6DE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Problem Specification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228600" y="914400"/>
            <a:ext cx="2834700" cy="3558000"/>
          </a:xfrm>
          <a:prstGeom prst="roundRect">
            <a:avLst>
              <a:gd fmla="val 3226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393192" y="10789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3246125" y="914400"/>
            <a:ext cx="2834700" cy="3558000"/>
          </a:xfrm>
          <a:prstGeom prst="roundRect">
            <a:avLst>
              <a:gd fmla="val 3226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3410712" y="10789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THE BLACK BOX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6263650" y="914400"/>
            <a:ext cx="2834700" cy="3558000"/>
          </a:xfrm>
          <a:prstGeom prst="roundRect">
            <a:avLst>
              <a:gd fmla="val 3226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6428232" y="10789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393192" y="1508760"/>
            <a:ext cx="24688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 text file: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Line format: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str,i1,i2,...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str   = string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i1,i2 = 1-based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rearrangement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indices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3401568" y="1417320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1. Read each line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3401568" y="1993392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2. Split on commas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  → str + indices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3401568" y="2569464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3. Convert indices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  to ints (1-based)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3401568" y="3145536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4. Build result: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  s[i-1] for each 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3401568" y="3721608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5. Join &amp; print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6419088" y="150876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One string per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line to stdout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6419088" y="2084832"/>
            <a:ext cx="2468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Rearranged string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printed using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print().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 trailing spaces.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" name="Google Shape;69;p3"/>
          <p:cNvCxnSpPr/>
          <p:nvPr/>
        </p:nvCxnSpPr>
        <p:spPr>
          <a:xfrm>
            <a:off x="3090672" y="2880360"/>
            <a:ext cx="137160" cy="0"/>
          </a:xfrm>
          <a:prstGeom prst="straightConnector1">
            <a:avLst/>
          </a:prstGeom>
          <a:noFill/>
          <a:ln cap="flat" cmpd="sng" w="31750">
            <a:solidFill>
              <a:srgbClr val="1F4E9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0" name="Google Shape;70;p3"/>
          <p:cNvCxnSpPr/>
          <p:nvPr/>
        </p:nvCxnSpPr>
        <p:spPr>
          <a:xfrm>
            <a:off x="6108192" y="2880360"/>
            <a:ext cx="137160" cy="0"/>
          </a:xfrm>
          <a:prstGeom prst="straightConnector1">
            <a:avLst/>
          </a:prstGeom>
          <a:noFill/>
          <a:ln cap="flat" cmpd="sng" w="31750">
            <a:solidFill>
              <a:srgbClr val="1F4E9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1" name="Google Shape;71;p3"/>
          <p:cNvSpPr/>
          <p:nvPr/>
        </p:nvSpPr>
        <p:spPr>
          <a:xfrm>
            <a:off x="228600" y="4544570"/>
            <a:ext cx="8686800" cy="347400"/>
          </a:xfrm>
          <a:prstGeom prst="rect">
            <a:avLst/>
          </a:prstGeom>
          <a:solidFill>
            <a:srgbClr val="F5F3EF"/>
          </a:solidFill>
          <a:ln cap="flat" cmpd="sng" w="9525">
            <a:solidFill>
              <a:srgbClr val="D0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411480" y="4572002"/>
            <a:ext cx="8321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Key: 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Indices are 1-based → subtract 1 to get Python index: </a:t>
            </a:r>
            <a:r>
              <a:rPr b="1" i="0" lang="en-US" sz="11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s[i-1]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·  Use </a:t>
            </a:r>
            <a:r>
              <a:rPr b="1" i="0" lang="en-US" sz="11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line.strip().split(',')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to parse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Python Buddy  ·  Section 3 - Problem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6DE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Visualizing the Operations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228600" y="886975"/>
            <a:ext cx="8686800" cy="3911100"/>
          </a:xfrm>
          <a:prstGeom prst="roundRect">
            <a:avLst>
              <a:gd fmla="val 225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502920" y="1005840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Line:  "hello,2,1,3,5,4"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502920" y="13533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Step 1:  Split on ',' → string + indices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502920" y="1645920"/>
            <a:ext cx="1005840" cy="438912"/>
          </a:xfrm>
          <a:prstGeom prst="roundRect">
            <a:avLst>
              <a:gd fmla="val 12500" name="adj"/>
            </a:avLst>
          </a:prstGeom>
          <a:solidFill>
            <a:srgbClr val="DCEAF7"/>
          </a:solidFill>
          <a:ln cap="flat" cmpd="sng" w="12700">
            <a:solidFill>
              <a:srgbClr val="1F4E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502920" y="1645920"/>
            <a:ext cx="1005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hello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1600200" y="1645920"/>
            <a:ext cx="1005840" cy="438912"/>
          </a:xfrm>
          <a:prstGeom prst="roundRect">
            <a:avLst>
              <a:gd fmla="val 12500" name="adj"/>
            </a:avLst>
          </a:prstGeom>
          <a:solidFill>
            <a:srgbClr val="FCE8E3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1600200" y="1645920"/>
            <a:ext cx="1005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2697480" y="1645920"/>
            <a:ext cx="1005840" cy="438912"/>
          </a:xfrm>
          <a:prstGeom prst="roundRect">
            <a:avLst>
              <a:gd fmla="val 12500" name="adj"/>
            </a:avLst>
          </a:prstGeom>
          <a:solidFill>
            <a:srgbClr val="FCE8E3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2697480" y="1645920"/>
            <a:ext cx="1005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3794760" y="1645920"/>
            <a:ext cx="1005840" cy="438912"/>
          </a:xfrm>
          <a:prstGeom prst="roundRect">
            <a:avLst>
              <a:gd fmla="val 12500" name="adj"/>
            </a:avLst>
          </a:prstGeom>
          <a:solidFill>
            <a:srgbClr val="FCE8E3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3794760" y="1645920"/>
            <a:ext cx="1005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4892040" y="1645920"/>
            <a:ext cx="1005840" cy="438912"/>
          </a:xfrm>
          <a:prstGeom prst="roundRect">
            <a:avLst>
              <a:gd fmla="val 12500" name="adj"/>
            </a:avLst>
          </a:prstGeom>
          <a:solidFill>
            <a:srgbClr val="FCE8E3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4892040" y="1645920"/>
            <a:ext cx="1005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5989320" y="1645920"/>
            <a:ext cx="1005840" cy="438912"/>
          </a:xfrm>
          <a:prstGeom prst="roundRect">
            <a:avLst>
              <a:gd fmla="val 12500" name="adj"/>
            </a:avLst>
          </a:prstGeom>
          <a:solidFill>
            <a:srgbClr val="FCE8E3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5989320" y="1645920"/>
            <a:ext cx="1005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02920" y="2103120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string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1600200" y="2103120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indices (1-based)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502920" y="237744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Step 2:  For each index i → take s[i-1] from 'hello'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822960" y="2688336"/>
            <a:ext cx="685800" cy="502920"/>
          </a:xfrm>
          <a:prstGeom prst="roundRect">
            <a:avLst>
              <a:gd fmla="val 10909" name="adj"/>
            </a:avLst>
          </a:prstGeom>
          <a:solidFill>
            <a:srgbClr val="F0EDE8"/>
          </a:solidFill>
          <a:ln cap="flat" cmpd="sng" w="12700">
            <a:solidFill>
              <a:srgbClr val="D0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822960" y="2688336"/>
            <a:ext cx="685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822960" y="3209544"/>
            <a:ext cx="685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[1]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1563624" y="2688336"/>
            <a:ext cx="685800" cy="502920"/>
          </a:xfrm>
          <a:prstGeom prst="roundRect">
            <a:avLst>
              <a:gd fmla="val 10909" name="adj"/>
            </a:avLst>
          </a:prstGeom>
          <a:solidFill>
            <a:srgbClr val="F0EDE8"/>
          </a:solidFill>
          <a:ln cap="flat" cmpd="sng" w="12700">
            <a:solidFill>
              <a:srgbClr val="D0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1563624" y="2688336"/>
            <a:ext cx="685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1563624" y="3209544"/>
            <a:ext cx="685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[2]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2304288" y="2688336"/>
            <a:ext cx="685800" cy="502920"/>
          </a:xfrm>
          <a:prstGeom prst="roundRect">
            <a:avLst>
              <a:gd fmla="val 10909" name="adj"/>
            </a:avLst>
          </a:prstGeom>
          <a:solidFill>
            <a:srgbClr val="F0EDE8"/>
          </a:solidFill>
          <a:ln cap="flat" cmpd="sng" w="12700">
            <a:solidFill>
              <a:srgbClr val="D0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2304288" y="2688336"/>
            <a:ext cx="685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2304288" y="3209544"/>
            <a:ext cx="685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[3]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3044952" y="2688336"/>
            <a:ext cx="685800" cy="502920"/>
          </a:xfrm>
          <a:prstGeom prst="roundRect">
            <a:avLst>
              <a:gd fmla="val 10909" name="adj"/>
            </a:avLst>
          </a:prstGeom>
          <a:solidFill>
            <a:srgbClr val="F0EDE8"/>
          </a:solidFill>
          <a:ln cap="flat" cmpd="sng" w="12700">
            <a:solidFill>
              <a:srgbClr val="D0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3044952" y="2688336"/>
            <a:ext cx="685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3044952" y="3209544"/>
            <a:ext cx="685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[4]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3785616" y="2688336"/>
            <a:ext cx="685800" cy="502920"/>
          </a:xfrm>
          <a:prstGeom prst="roundRect">
            <a:avLst>
              <a:gd fmla="val 10909" name="adj"/>
            </a:avLst>
          </a:prstGeom>
          <a:solidFill>
            <a:srgbClr val="F0EDE8"/>
          </a:solidFill>
          <a:ln cap="flat" cmpd="sng" w="12700">
            <a:solidFill>
              <a:srgbClr val="D0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3785616" y="2688336"/>
            <a:ext cx="685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3785616" y="3209544"/>
            <a:ext cx="685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[5]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502920" y="345643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Indices 2,1,3,5,4 pick: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822960" y="3712464"/>
            <a:ext cx="685800" cy="502920"/>
          </a:xfrm>
          <a:prstGeom prst="roundRect">
            <a:avLst>
              <a:gd fmla="val 10909" name="adj"/>
            </a:avLst>
          </a:prstGeom>
          <a:solidFill>
            <a:srgbClr val="D4EDDA"/>
          </a:solidFill>
          <a:ln cap="flat" cmpd="sng" w="19050">
            <a:solidFill>
              <a:srgbClr val="A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822960" y="3712464"/>
            <a:ext cx="685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822960" y="4233672"/>
            <a:ext cx="685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7D34"/>
                </a:solidFill>
                <a:latin typeface="Calibri"/>
                <a:ea typeface="Calibri"/>
                <a:cs typeface="Calibri"/>
                <a:sym typeface="Calibri"/>
              </a:rPr>
              <a:t>from [2]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1563624" y="3712464"/>
            <a:ext cx="685800" cy="502920"/>
          </a:xfrm>
          <a:prstGeom prst="roundRect">
            <a:avLst>
              <a:gd fmla="val 10909" name="adj"/>
            </a:avLst>
          </a:prstGeom>
          <a:solidFill>
            <a:srgbClr val="D4EDDA"/>
          </a:solidFill>
          <a:ln cap="flat" cmpd="sng" w="19050">
            <a:solidFill>
              <a:srgbClr val="A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1563624" y="3712464"/>
            <a:ext cx="685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1563624" y="4233672"/>
            <a:ext cx="685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7D34"/>
                </a:solidFill>
                <a:latin typeface="Calibri"/>
                <a:ea typeface="Calibri"/>
                <a:cs typeface="Calibri"/>
                <a:sym typeface="Calibri"/>
              </a:rPr>
              <a:t>from [1]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2304288" y="3712464"/>
            <a:ext cx="685800" cy="502920"/>
          </a:xfrm>
          <a:prstGeom prst="roundRect">
            <a:avLst>
              <a:gd fmla="val 10909" name="adj"/>
            </a:avLst>
          </a:prstGeom>
          <a:solidFill>
            <a:srgbClr val="D4EDDA"/>
          </a:solidFill>
          <a:ln cap="flat" cmpd="sng" w="19050">
            <a:solidFill>
              <a:srgbClr val="A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2304288" y="3712464"/>
            <a:ext cx="685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2304288" y="4233672"/>
            <a:ext cx="685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7D34"/>
                </a:solidFill>
                <a:latin typeface="Calibri"/>
                <a:ea typeface="Calibri"/>
                <a:cs typeface="Calibri"/>
                <a:sym typeface="Calibri"/>
              </a:rPr>
              <a:t>from [3]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3044952" y="3712464"/>
            <a:ext cx="685800" cy="502920"/>
          </a:xfrm>
          <a:prstGeom prst="roundRect">
            <a:avLst>
              <a:gd fmla="val 10909" name="adj"/>
            </a:avLst>
          </a:prstGeom>
          <a:solidFill>
            <a:srgbClr val="D4EDDA"/>
          </a:solidFill>
          <a:ln cap="flat" cmpd="sng" w="19050">
            <a:solidFill>
              <a:srgbClr val="A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3044952" y="3712464"/>
            <a:ext cx="685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3044952" y="4233672"/>
            <a:ext cx="685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7D34"/>
                </a:solidFill>
                <a:latin typeface="Calibri"/>
                <a:ea typeface="Calibri"/>
                <a:cs typeface="Calibri"/>
                <a:sym typeface="Calibri"/>
              </a:rPr>
              <a:t>from [5]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3785616" y="3712464"/>
            <a:ext cx="685800" cy="502920"/>
          </a:xfrm>
          <a:prstGeom prst="roundRect">
            <a:avLst>
              <a:gd fmla="val 10909" name="adj"/>
            </a:avLst>
          </a:prstGeom>
          <a:solidFill>
            <a:srgbClr val="D4EDDA"/>
          </a:solidFill>
          <a:ln cap="flat" cmpd="sng" w="19050">
            <a:solidFill>
              <a:srgbClr val="A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3785616" y="3712464"/>
            <a:ext cx="685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3785616" y="4233672"/>
            <a:ext cx="685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7D34"/>
                </a:solidFill>
                <a:latin typeface="Calibri"/>
                <a:ea typeface="Calibri"/>
                <a:cs typeface="Calibri"/>
                <a:sym typeface="Calibri"/>
              </a:rPr>
              <a:t>from [4]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5943600" y="3584448"/>
            <a:ext cx="2743200" cy="749808"/>
          </a:xfrm>
          <a:prstGeom prst="roundRect">
            <a:avLst>
              <a:gd fmla="val 9756" name="adj"/>
            </a:avLst>
          </a:prstGeom>
          <a:solidFill>
            <a:srgbClr val="F0FAF0"/>
          </a:solidFill>
          <a:ln cap="flat" cmpd="sng" w="12700">
            <a:solidFill>
              <a:srgbClr val="A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6053328" y="3639312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Result: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6053328" y="384048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"ehlol"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Python Buddy  ·  Section 3 - Problem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6DE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Explanatory Approach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Step-by-step: open file, parse each line, build rearranged string.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228600" y="969264"/>
            <a:ext cx="6949440" cy="3886200"/>
          </a:xfrm>
          <a:prstGeom prst="roundRect">
            <a:avLst>
              <a:gd fmla="val 2353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384048" y="1078992"/>
            <a:ext cx="667512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import sys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for line in sys.stdin: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line = line.strip()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if not line:           # skip blank lines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continue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# Step 1: Split line into parts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parts   = line.split(',')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s       = parts[0]           # the string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indices = parts[1:]          # the index strings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# Step 2: Convert indices to integers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int_indices = [int(i) for i in indices]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# Step 3: Build rearranged string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result = ''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for idx in int_indices: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result += s[idx - 1]     # 1-based → 0-based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print(result)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p5"/>
          <p:cNvCxnSpPr/>
          <p:nvPr/>
        </p:nvCxnSpPr>
        <p:spPr>
          <a:xfrm>
            <a:off x="7242048" y="1719072"/>
            <a:ext cx="292608" cy="0"/>
          </a:xfrm>
          <a:prstGeom prst="straightConnector1">
            <a:avLst/>
          </a:prstGeom>
          <a:noFill/>
          <a:ln cap="flat" cmpd="sng" w="190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" name="Google Shape;143;p5"/>
          <p:cNvSpPr/>
          <p:nvPr/>
        </p:nvSpPr>
        <p:spPr>
          <a:xfrm>
            <a:off x="7562088" y="1673352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stdin reads from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the input file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line by line.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p5"/>
          <p:cNvCxnSpPr/>
          <p:nvPr/>
        </p:nvCxnSpPr>
        <p:spPr>
          <a:xfrm>
            <a:off x="7242048" y="2468880"/>
            <a:ext cx="292608" cy="0"/>
          </a:xfrm>
          <a:prstGeom prst="straightConnector1">
            <a:avLst/>
          </a:prstGeom>
          <a:noFill/>
          <a:ln cap="flat" cmpd="sng" w="190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" name="Google Shape;145;p5"/>
          <p:cNvSpPr/>
          <p:nvPr/>
        </p:nvSpPr>
        <p:spPr>
          <a:xfrm>
            <a:off x="7562088" y="2423160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parts[0] = string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parts[1:] = index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strings.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" name="Google Shape;146;p5"/>
          <p:cNvCxnSpPr/>
          <p:nvPr/>
        </p:nvCxnSpPr>
        <p:spPr>
          <a:xfrm>
            <a:off x="7242048" y="3246120"/>
            <a:ext cx="292608" cy="0"/>
          </a:xfrm>
          <a:prstGeom prst="straightConnector1">
            <a:avLst/>
          </a:prstGeom>
          <a:noFill/>
          <a:ln cap="flat" cmpd="sng" w="190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" name="Google Shape;147;p5"/>
          <p:cNvSpPr/>
          <p:nvPr/>
        </p:nvSpPr>
        <p:spPr>
          <a:xfrm>
            <a:off x="7562088" y="3200400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int(i) converts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index string 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integer.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5"/>
          <p:cNvCxnSpPr/>
          <p:nvPr/>
        </p:nvCxnSpPr>
        <p:spPr>
          <a:xfrm>
            <a:off x="7242048" y="3977640"/>
            <a:ext cx="292608" cy="0"/>
          </a:xfrm>
          <a:prstGeom prst="straightConnector1">
            <a:avLst/>
          </a:prstGeom>
          <a:noFill/>
          <a:ln cap="flat" cmpd="sng" w="190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" name="Google Shape;149;p5"/>
          <p:cNvSpPr/>
          <p:nvPr/>
        </p:nvSpPr>
        <p:spPr>
          <a:xfrm>
            <a:off x="7562088" y="3931920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i-1 converts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1-based 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0-based index.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Python Buddy  ·  Section 3 - Problem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6DE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Pythonic Optimization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Compact form using a generator expression and join().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228600" y="969264"/>
            <a:ext cx="8686800" cy="1325880"/>
          </a:xfrm>
          <a:prstGeom prst="roundRect">
            <a:avLst>
              <a:gd fmla="val 689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384048" y="1024128"/>
            <a:ext cx="832104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import sys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for line in sys.stdin: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parts = line.strip().split(',')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s = parts[0]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print(''.join(s[int(i)-1] for i in parts[1:]))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228600" y="2450592"/>
            <a:ext cx="8686800" cy="2423160"/>
          </a:xfrm>
          <a:prstGeom prst="roundRect">
            <a:avLst>
              <a:gd fmla="val 3774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411480" y="25877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Breaking down the one-liner: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502920" y="2944368"/>
            <a:ext cx="2834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line.strip().split(',')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3401568" y="2944368"/>
            <a:ext cx="5394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→ remove whitespace/newline, split into string + index parts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502920" y="3273552"/>
            <a:ext cx="2834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parts[1:]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3401568" y="3273552"/>
            <a:ext cx="5394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→ all elements after the string = the index strings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502920" y="3602736"/>
            <a:ext cx="2834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int(i)-1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3401568" y="3602736"/>
            <a:ext cx="5394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→ convert each index string to int, then 1-based → 0-based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502920" y="3931920"/>
            <a:ext cx="2834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s[int(i)-1]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3401568" y="3931920"/>
            <a:ext cx="5394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→ pick the character at that position from the original string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502920" y="4261104"/>
            <a:ext cx="2834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''.join(...)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3401568" y="4261104"/>
            <a:ext cx="5394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→ join all selected characters into the final rearranged string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Python Buddy  ·  Section 3 - Problem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6DE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"/>
          <p:cNvSpPr/>
          <p:nvPr/>
        </p:nvSpPr>
        <p:spPr>
          <a:xfrm>
            <a:off x="0" y="164592"/>
            <a:ext cx="9144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Solution Comparison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" name="Google Shape;179;p7"/>
          <p:cNvCxnSpPr/>
          <p:nvPr/>
        </p:nvCxnSpPr>
        <p:spPr>
          <a:xfrm>
            <a:off x="4572000" y="914400"/>
            <a:ext cx="0" cy="4023360"/>
          </a:xfrm>
          <a:prstGeom prst="straightConnector1">
            <a:avLst/>
          </a:prstGeom>
          <a:noFill/>
          <a:ln cap="flat" cmpd="sng" w="12700">
            <a:solidFill>
              <a:srgbClr val="C8C0B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180" name="Google Shape;18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7390" y="875525"/>
            <a:ext cx="502920" cy="502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1" name="Google Shape;18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9340" y="875525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7"/>
          <p:cNvSpPr/>
          <p:nvPr/>
        </p:nvSpPr>
        <p:spPr>
          <a:xfrm>
            <a:off x="320050" y="1501897"/>
            <a:ext cx="3657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Explicit Loop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4572000" y="1501897"/>
            <a:ext cx="3657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Generator + join()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457200" y="1965960"/>
            <a:ext cx="37490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Named variables for clarity.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Step-by-step string building.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Easy to add error handling.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Best for: Beginners &amp; clarity.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5029200" y="1965960"/>
            <a:ext cx="37490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Single expression per line.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 intermediate variables.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Idiomatic Python generator.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Best for: Clean code &amp; interviews.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457200" y="3730752"/>
            <a:ext cx="3749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s = parts[0]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result = ''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for idx in [int(i) for i in parts[1:]]: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  result += s[idx-1]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print(result)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5029200" y="3858768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s = parts[0]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print(''.join(s[int(i)-1]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  for i in parts[1:]))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Python Buddy  ·  Section 3 - Problem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6DE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228600" y="914400"/>
            <a:ext cx="2788920" cy="3383280"/>
          </a:xfrm>
          <a:prstGeom prst="roundRect">
            <a:avLst>
              <a:gd fmla="val 3279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384048" y="105156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01 1-Based Index → 0-Based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384048" y="1481328"/>
            <a:ext cx="24688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indices in the input are 1-based. Python lists are 0-based. Always subtract 1: s[i-1] to get the correct character.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3127248" y="914400"/>
            <a:ext cx="2788920" cy="3383280"/>
          </a:xfrm>
          <a:prstGeom prst="roundRect">
            <a:avLst>
              <a:gd fmla="val 3279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3282696" y="105156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02 split(',') for CSV Lines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3282696" y="1481328"/>
            <a:ext cx="24688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line.strip().split(',') handles both the newline removal and splitting. parts[0] is the string; parts[1:] are all the indices.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6035040" y="914400"/>
            <a:ext cx="2788920" cy="3383280"/>
          </a:xfrm>
          <a:prstGeom prst="roundRect">
            <a:avLst>
              <a:gd fmla="val 3279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6190488" y="105156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03 join() for Clean Assembly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6190488" y="1481328"/>
            <a:ext cx="24688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''.join(chars) assembles selected characters into the final string without any separator — cleaner than += in a loop.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228600" y="4224528"/>
            <a:ext cx="8686800" cy="594360"/>
          </a:xfrm>
          <a:prstGeom prst="rect">
            <a:avLst/>
          </a:prstGeom>
          <a:solidFill>
            <a:srgbClr val="D6E4F7"/>
          </a:solidFill>
          <a:ln cap="flat" cmpd="sng" w="9525">
            <a:solidFill>
              <a:srgbClr val="A8C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411480" y="4242816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Final Syntax Cheat Sheet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411480" y="4425696"/>
            <a:ext cx="8321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# Parse:    parts = line.strip().split(',')  →  s = parts[0],  indices = parts[1:]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411480" y="4590288"/>
            <a:ext cx="8321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# Rearrange: print(''.join(s[int(i)-1] for i in parts[1:]))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Python Buddy  ·  Section 3 - Problem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2026-04-20T20:33:28Z</dcterms:created>
  <dc:creator>PptxGenJS</dc:creator>
</cp:coreProperties>
</file>
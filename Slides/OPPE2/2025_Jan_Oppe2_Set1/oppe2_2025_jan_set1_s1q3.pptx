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3CIC4tJHOjKAfZ9/SNHHwBk5w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 Jan OPPE 2 - Set 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Rearrange Even Length Tuple by Placing Middle Elements at Ends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Section 1 - Problem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28600" y="914400"/>
            <a:ext cx="4160400" cy="387090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1371600"/>
            <a:ext cx="3749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Given an even-length tuple, extract its </a:t>
            </a: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two middle elements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and rearrange as:</a:t>
            </a:r>
            <a:b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 mid1,  …rest…,  mid2 )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Place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mid1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at the start, </a:t>
            </a:r>
            <a:r>
              <a:rPr b="1" i="0" lang="en-US" sz="13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mid2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at the end, with the remaining elements (in original order) in between.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1148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94360" y="3291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Even-length input guaranteed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363931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60" y="363931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Middle indices:</a:t>
            </a:r>
            <a:r>
              <a:rPr b="0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  n//2 - 1  and  n//2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398678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398678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Returns a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(not a list)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431596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43159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Function only — no input/print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462272" y="27432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2"/>
          <p:cNvSpPr/>
          <p:nvPr/>
        </p:nvSpPr>
        <p:spPr>
          <a:xfrm>
            <a:off x="5029200" y="914400"/>
            <a:ext cx="3840600" cy="387090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12080" y="13716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(10, 20, 30, 40)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212080" y="161848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mid1 = </a:t>
            </a:r>
            <a:r>
              <a:rPr b="1" i="0" lang="en-US" sz="10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mid2 = </a:t>
            </a:r>
            <a:r>
              <a:rPr b="1" i="0" lang="en-US" sz="105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18288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 (</a:t>
            </a:r>
            <a:r>
              <a:rPr b="1" i="0" lang="en-US" sz="12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10, 40, </a:t>
            </a:r>
            <a:r>
              <a:rPr b="1" i="0" lang="en-US" sz="12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212080" y="2130552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5212080" y="221284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("Lenovo","Dell","HP","Asus")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212080" y="245973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mid1 = </a:t>
            </a:r>
            <a:r>
              <a:rPr b="1" i="0" lang="en-US" sz="10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"Dell"</a:t>
            </a: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mid2 = </a:t>
            </a:r>
            <a:r>
              <a:rPr b="1" i="0" lang="en-US" sz="105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"HP"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12080" y="267004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 (</a:t>
            </a: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"Dell"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,"Lenovo","Asus",</a:t>
            </a:r>
            <a:r>
              <a:rPr b="1" i="0" lang="en-US" sz="115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"HP"</a:t>
            </a:r>
            <a:r>
              <a:rPr b="0" i="0" lang="en-US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5212080" y="2971800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5029200" y="3063240"/>
            <a:ext cx="384048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212080" y="318211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PATTERN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193792" y="34290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0" lang="en-US" sz="12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mid1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 t[:m-1],  t[m+1:],  </a:t>
            </a:r>
            <a:r>
              <a:rPr b="1" i="0" lang="en-US" sz="12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mid2</a:t>
            </a: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212080" y="374904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where  m = len(t) //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12080" y="397764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mid1 = t[m-1]  ·  mid2 = t[m]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Problem Specification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28600" y="914400"/>
            <a:ext cx="2834700" cy="3610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46125" y="914400"/>
            <a:ext cx="2834700" cy="3610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263650" y="914400"/>
            <a:ext cx="2834700" cy="35793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93192" y="1508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 (tuple)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93192" y="19202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tuple of even length.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Any element type.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401568" y="141732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Find midpoint: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m = len(t) //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401568" y="2075688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Extract mid1: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t[m-1]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401568" y="2734056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Extract mid2: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t[m]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401568" y="3392424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Build &amp; return: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(mid1,) + rest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+ (mid2,)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19088" y="205740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Rearranged tuple: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mid1 at start,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mid2 at end,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rest in order.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309067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" name="Google Shape;74;p3"/>
          <p:cNvCxnSpPr/>
          <p:nvPr/>
        </p:nvCxnSpPr>
        <p:spPr>
          <a:xfrm>
            <a:off x="610819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3"/>
          <p:cNvSpPr/>
          <p:nvPr/>
        </p:nvSpPr>
        <p:spPr>
          <a:xfrm>
            <a:off x="228600" y="4544570"/>
            <a:ext cx="8686800" cy="34740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11480" y="4572002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Key: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 = len(t) // 2  → 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mid1 = t[m-1]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1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mid2 = t[m]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·  rest =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t[:m-1] + t[m+1:]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Visualizing the Operations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28600" y="886975"/>
            <a:ext cx="8686800" cy="3918000"/>
          </a:xfrm>
          <a:prstGeom prst="roundRect">
            <a:avLst>
              <a:gd fmla="val 22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02920" y="10058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Example:  t = (10, 20, 30, 40)  →  m = 4 // 2 =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02920" y="13898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1:  Label positions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097280" y="1737360"/>
            <a:ext cx="1508760" cy="566928"/>
          </a:xfrm>
          <a:prstGeom prst="roundRect">
            <a:avLst>
              <a:gd fmla="val 11290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097280" y="1737360"/>
            <a:ext cx="1508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097280" y="23317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t[0]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70632" y="1737360"/>
            <a:ext cx="1508760" cy="566928"/>
          </a:xfrm>
          <a:prstGeom prst="roundRect">
            <a:avLst>
              <a:gd fmla="val 11290" name="adj"/>
            </a:avLst>
          </a:prstGeom>
          <a:solidFill>
            <a:srgbClr val="DCEAF7"/>
          </a:solidFill>
          <a:ln cap="flat" cmpd="sng" w="254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770632" y="1737360"/>
            <a:ext cx="1508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770632" y="23317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t[1] = mid1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443984" y="1737360"/>
            <a:ext cx="1508760" cy="566928"/>
          </a:xfrm>
          <a:prstGeom prst="roundRect">
            <a:avLst>
              <a:gd fmla="val 11290" name="adj"/>
            </a:avLst>
          </a:prstGeom>
          <a:solidFill>
            <a:srgbClr val="EFE3F7"/>
          </a:solidFill>
          <a:ln cap="flat" cmpd="sng" w="25400">
            <a:solidFill>
              <a:srgbClr val="B08A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443984" y="1737360"/>
            <a:ext cx="1508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443984" y="23317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3FA0"/>
                </a:solidFill>
                <a:latin typeface="Calibri"/>
                <a:ea typeface="Calibri"/>
                <a:cs typeface="Calibri"/>
                <a:sym typeface="Calibri"/>
              </a:rPr>
              <a:t>t[2] = mid2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17336" y="1737360"/>
            <a:ext cx="1508760" cy="566928"/>
          </a:xfrm>
          <a:prstGeom prst="roundRect">
            <a:avLst>
              <a:gd fmla="val 11290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117336" y="1737360"/>
            <a:ext cx="1508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117336" y="23317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t[3]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270662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2:  Extract mid1 and mid2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97280" y="3017520"/>
            <a:ext cx="1508760" cy="475488"/>
          </a:xfrm>
          <a:prstGeom prst="roundRect">
            <a:avLst>
              <a:gd fmla="val 13462" name="adj"/>
            </a:avLst>
          </a:prstGeom>
          <a:solidFill>
            <a:srgbClr val="DCEAF7"/>
          </a:solidFill>
          <a:ln cap="flat" cmpd="sng" w="1905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097280" y="3017520"/>
            <a:ext cx="1508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mid1 = 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017520" y="3017520"/>
            <a:ext cx="1508760" cy="475488"/>
          </a:xfrm>
          <a:prstGeom prst="roundRect">
            <a:avLst>
              <a:gd fmla="val 13462" name="adj"/>
            </a:avLst>
          </a:prstGeom>
          <a:solidFill>
            <a:srgbClr val="EFE3F7"/>
          </a:solidFill>
          <a:ln cap="flat" cmpd="sng" w="19050">
            <a:solidFill>
              <a:srgbClr val="B08A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017520" y="3017520"/>
            <a:ext cx="1508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mid2 = 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46320" y="30906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rest = t[:1] + t[3:] = (10,) + (40,) = (10, 40)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36118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3:  Assemble  →  (mid1,) + rest + (mid2,)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097280" y="3913632"/>
            <a:ext cx="1508760" cy="502920"/>
          </a:xfrm>
          <a:prstGeom prst="roundRect">
            <a:avLst>
              <a:gd fmla="val 12727" name="adj"/>
            </a:avLst>
          </a:prstGeom>
          <a:solidFill>
            <a:srgbClr val="DCEAF7"/>
          </a:solidFill>
          <a:ln cap="flat" cmpd="sng" w="254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097280" y="391363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770632" y="3913632"/>
            <a:ext cx="1508760" cy="502920"/>
          </a:xfrm>
          <a:prstGeom prst="roundRect">
            <a:avLst>
              <a:gd fmla="val 12727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2770632" y="391363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443984" y="3913632"/>
            <a:ext cx="1508760" cy="502920"/>
          </a:xfrm>
          <a:prstGeom prst="roundRect">
            <a:avLst>
              <a:gd fmla="val 12727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443984" y="391363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117336" y="3913632"/>
            <a:ext cx="1508760" cy="502920"/>
          </a:xfrm>
          <a:prstGeom prst="roundRect">
            <a:avLst>
              <a:gd fmla="val 12727" name="adj"/>
            </a:avLst>
          </a:prstGeom>
          <a:solidFill>
            <a:srgbClr val="EFE3F7"/>
          </a:solidFill>
          <a:ln cap="flat" cmpd="sng" w="25400">
            <a:solidFill>
              <a:srgbClr val="B08A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117336" y="391363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675120" y="3840480"/>
            <a:ext cx="2057400" cy="621792"/>
          </a:xfrm>
          <a:prstGeom prst="roundRect">
            <a:avLst>
              <a:gd fmla="val 11765" name="adj"/>
            </a:avLst>
          </a:prstGeom>
          <a:solidFill>
            <a:srgbClr val="D4EDDA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675120" y="3840480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(20, 10, 40, 30) 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Explanatory Approach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Step-by-step: find midpoint index, extract elements, rebuild tuple.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add_middle_elems_to_ends_in_even_length_tuple(t):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Find the midpoint index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m = len(t) //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Extract the two middle elements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mid1 = t[m - 1]   # left-of-centre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mid2 = t[m]        # right-of-centre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3: Build the rest (excluding mid1 and mid2)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rest = t[:m - 1] + t[m + 1:]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4: Return rearranged tuple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(mid1,) + rest + (mid2,)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7242048" y="178308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5"/>
          <p:cNvSpPr/>
          <p:nvPr/>
        </p:nvSpPr>
        <p:spPr>
          <a:xfrm>
            <a:off x="7562088" y="17373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// 2 gives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just right of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centre.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7242048" y="248716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7562088" y="244144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m-1 = left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middle, m 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right middle.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7242048" y="324612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7562088" y="32004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Slice removes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both midpoints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from tuple.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7242048" y="397764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7562088" y="39319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(mid1,) creates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 1-element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tuple.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Pythonic Optimization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One-liner using a single tuple expression.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28600" y="969264"/>
            <a:ext cx="8686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84048" y="1024128"/>
            <a:ext cx="832104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add_middle_elems_to_ends_in_even_length_tuple(t):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m = len(t) //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(t[m-1],) + t[:m-1] + t[m+1:] + (t[m],)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28600" y="2075697"/>
            <a:ext cx="8686800" cy="2633400"/>
          </a:xfrm>
          <a:prstGeom prst="roundRect">
            <a:avLst>
              <a:gd fmla="val 347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11480" y="2212857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Breaking down the tuple expression: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2920" y="2569473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(t[m-1],)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103120" y="2569473"/>
            <a:ext cx="658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mid1 as a 1-element tuple — prepended to start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02920" y="2916945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t[:m-1]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103120" y="2916945"/>
            <a:ext cx="658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all elements before mid1 (left outer portion)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02920" y="3264417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t[m+1:]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103120" y="3264417"/>
            <a:ext cx="658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all elements after mid2 (right outer portion)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2920" y="3611889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(t[m],)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103120" y="3611889"/>
            <a:ext cx="658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mid2 as a 1-element tuple — appended to 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11480" y="4069089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Adding a trailing comma </a:t>
            </a: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(x,)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makes a single-element tuple. Without the comma, </a:t>
            </a: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(x)</a:t>
            </a: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is just parentheses — not a tuple!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11480" y="4462251"/>
            <a:ext cx="8321100" cy="38400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48640" y="4507971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Trace:  m=2  →  (t[1],) + t[:1] + t[3:] + (t[2],)  =  (20,)+(10,)+(40,)+(30,)  =  (20,10,40,30)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Solution Comparison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4572000" y="91440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C8C0B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65" name="Google Shape;1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540" y="88238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9340" y="87552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Step-by-step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572000" y="1501897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One-liner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Clearly names mid1, mid2, rest.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Easy to trace step by step.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Great for learning slicing logic.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Beginners &amp; clarity.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logic in one return statement.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Idiomatic tuple concatenation.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intermediate variables needed.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Clean code &amp; interviews.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57200" y="3730752"/>
            <a:ext cx="3749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m = len(t)//2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mid1=t[m-1]; mid2=t[m]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rest=t[:m-1]+t[m+1:]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(mid1,)+rest+(mid2,)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029200" y="3858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m = len(t)//2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(t[m-1],)+t[:m-1]+t[m+1:]+(t[m],)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01 Midpoint Formula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an even-length tuple of length 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mid1 = t[n//2 - 1]   (left of centre)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mid2 = t[n//2]        (right of centre)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works for any even 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02 Tuple Slicing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t[:m-1] gives elements before mid1. t[m+1:] gives elements after mid2. Concatenate slices with + to rebuild a new tuple without the midpoints.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03 Single-Element Tuple Syntax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(x,) creates a one-element tuple. The comma is essential — (x) without a comma is just parentheses and evaluates to x, not a tuple.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Syntax Cheat Sheet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m = len(t) //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return (t[m-1],) + t[:m-1] + t[m+1:] + (t[m],)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2026-04-20T19:07:40Z</dcterms:created>
  <dc:creator>PptxGenJS</dc:creator>
</cp:coreProperties>
</file>
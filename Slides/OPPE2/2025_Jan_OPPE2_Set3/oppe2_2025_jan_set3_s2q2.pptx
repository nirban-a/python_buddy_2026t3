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Jan OPPE 2 - Set 3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240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Cricket Match Runs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2 - Problem 2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416052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10515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RULES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47472" y="1389888"/>
            <a:ext cx="3913632" cy="658368"/>
          </a:xfrm>
          <a:prstGeom prst="rect">
            <a:avLst/>
          </a:prstGeom>
          <a:solidFill>
            <a:srgbClr val="F8F6F2"/>
          </a:solidFill>
          <a:ln w="6350">
            <a:solidFill>
              <a:srgbClr val="D8D4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2646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🏏  Runs scored: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batsman ≠ 0 → add batsman's number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batsman = 0 → add bowler's number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" y="2121408"/>
            <a:ext cx="3913632" cy="658368"/>
          </a:xfrm>
          <a:prstGeom prst="rect">
            <a:avLst/>
          </a:prstGeom>
          <a:solidFill>
            <a:srgbClr val="F8F6F2"/>
          </a:solidFill>
          <a:ln w="6350">
            <a:solidFill>
              <a:srgbClr val="D8D4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5798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OUT (game ends) if: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batsman == bowler, 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batsman plays same number twice in a row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852928"/>
            <a:ext cx="3913632" cy="658368"/>
          </a:xfrm>
          <a:prstGeom prst="rect">
            <a:avLst/>
          </a:prstGeom>
          <a:solidFill>
            <a:srgbClr val="F8F6F2"/>
          </a:solidFill>
          <a:ln w="6350">
            <a:solidFill>
              <a:srgbClr val="D8D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8950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Final ball: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1089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ball that ends the game 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counted towards runs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3584448"/>
            <a:ext cx="3913632" cy="658368"/>
          </a:xfrm>
          <a:prstGeom prst="rect">
            <a:avLst/>
          </a:prstGeom>
          <a:solidFill>
            <a:srgbClr val="F8F6F2"/>
          </a:solidFill>
          <a:ln w="6350">
            <a:solidFill>
              <a:srgbClr val="D8D4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62102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Output: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8404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balls played (incl. last)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total runs, space-separated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62272" y="2743200"/>
            <a:ext cx="502920" cy="0"/>
          </a:xfrm>
          <a:prstGeom prst="line">
            <a:avLst/>
          </a:prstGeom>
          <a:noFill/>
          <a:ln w="31750">
            <a:solidFill>
              <a:srgbClr val="1F4E9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29200" y="914400"/>
            <a:ext cx="3840480" cy="39776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12080" y="10515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TRACE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12080" y="1371600"/>
            <a:ext cx="3456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  Bowl  Runs  Note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212080" y="1591056"/>
            <a:ext cx="3456432" cy="237744"/>
          </a:xfrm>
          <a:prstGeom prst="rect">
            <a:avLst/>
          </a:prstGeom>
          <a:solidFill>
            <a:srgbClr val="F0FAF0"/>
          </a:solidFill>
          <a:ln w="6350">
            <a:solidFill>
              <a:srgbClr val="A8D5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30368" y="159105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1    4     1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748272" y="1591056"/>
            <a:ext cx="18836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bat≠bowl, prev=none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212080" y="1847088"/>
            <a:ext cx="3456432" cy="237744"/>
          </a:xfrm>
          <a:prstGeom prst="rect">
            <a:avLst/>
          </a:prstGeom>
          <a:solidFill>
            <a:srgbClr val="F0FAF0"/>
          </a:solidFill>
          <a:ln w="6350">
            <a:solidFill>
              <a:srgbClr val="A8D5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30368" y="184708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2    3     2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748272" y="1847088"/>
            <a:ext cx="18836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bat≠bowl, prev=1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212080" y="2103120"/>
            <a:ext cx="3456432" cy="237744"/>
          </a:xfrm>
          <a:prstGeom prst="rect">
            <a:avLst/>
          </a:prstGeom>
          <a:solidFill>
            <a:srgbClr val="F0FAF0"/>
          </a:solidFill>
          <a:ln w="6350">
            <a:solidFill>
              <a:srgbClr val="A8D5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30368" y="21031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6    2     6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748272" y="2103120"/>
            <a:ext cx="18836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bat≠bowl, prev=2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212080" y="2359152"/>
            <a:ext cx="3456432" cy="237744"/>
          </a:xfrm>
          <a:prstGeom prst="rect">
            <a:avLst/>
          </a:prstGeom>
          <a:solidFill>
            <a:srgbClr val="F0FAF0"/>
          </a:solidFill>
          <a:ln w="6350">
            <a:solidFill>
              <a:srgbClr val="A8D5B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30368" y="235915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5    1     5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748272" y="2359152"/>
            <a:ext cx="18836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bat≠bowl, prev=6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212080" y="2615184"/>
            <a:ext cx="3456432" cy="237744"/>
          </a:xfrm>
          <a:prstGeom prst="rect">
            <a:avLst/>
          </a:prstGeom>
          <a:solidFill>
            <a:srgbClr val="F0FAF0"/>
          </a:solidFill>
          <a:ln w="6350">
            <a:solidFill>
              <a:srgbClr val="A8D5B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261518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0    2     2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748272" y="2615184"/>
            <a:ext cx="18836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bat=0 → bowl's runs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212080" y="2871216"/>
            <a:ext cx="3456432" cy="237744"/>
          </a:xfrm>
          <a:prstGeom prst="rect">
            <a:avLst/>
          </a:prstGeom>
          <a:solidFill>
            <a:srgbClr val="FCE8E3"/>
          </a:solidFill>
          <a:ln w="6350">
            <a:solidFill>
              <a:srgbClr val="F0B4A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287121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  3  OUT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748272" y="2871216"/>
            <a:ext cx="18836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bat=bowl → OUT!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212080" y="3200400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6 balls,  1+2+6+5+2 = 16 runs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12080" y="3493008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 6 16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2 -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Specification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2834640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93192" y="10789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46120" y="914400"/>
            <a:ext cx="2834640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10712" y="10789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BLACK BOX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914400"/>
            <a:ext cx="2834640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28232" y="10789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" y="15087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stdin: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" y="17830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  bowl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 line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(0–6 each)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until game ends.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01568" y="14173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Read bat, bowl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01568" y="199339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Check OUT: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bat==bowl OR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bat==prev_bat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401568" y="2569464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If OUT: stop,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print &amp; exit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01568" y="3145536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Else: add runs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(bat or bowl if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bat==0)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01568" y="372160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balls += 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prev = bat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19088" y="150876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balls runs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(space-separated)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0574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6 16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ball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caused OUT.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090672" y="2880360"/>
            <a:ext cx="137160" cy="0"/>
          </a:xfrm>
          <a:prstGeom prst="line">
            <a:avLst/>
          </a:prstGeom>
          <a:noFill/>
          <a:ln w="31750">
            <a:solidFill>
              <a:srgbClr val="1F4E9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108192" y="2880360"/>
            <a:ext cx="137160" cy="0"/>
          </a:xfrm>
          <a:prstGeom prst="line">
            <a:avLst/>
          </a:prstGeom>
          <a:noFill/>
          <a:ln w="31750">
            <a:solidFill>
              <a:srgbClr val="1F4E9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28600" y="4617720"/>
            <a:ext cx="8686800" cy="347472"/>
          </a:xfrm>
          <a:prstGeom prst="rect">
            <a:avLst/>
          </a:prstGeom>
          <a:solidFill>
            <a:srgbClr val="F5F3EF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64515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Key: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OUT conditions: </a:t>
            </a:r>
            <a:pPr indent="0" marL="0">
              <a:buNone/>
            </a:pPr>
            <a:r>
              <a:rPr lang="en-US" sz="105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 == bowl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pPr indent="0" marL="0">
              <a:buNone/>
            </a:pPr>
            <a:r>
              <a:rPr lang="en-US" sz="105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 == prev_bat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If OUT: balls counted, runs NOT  ·  bat=0 → bowl's runs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2 -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the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886968"/>
            <a:ext cx="8686800" cy="4050792"/>
          </a:xfrm>
          <a:prstGeom prst="roundRect">
            <a:avLst>
              <a:gd name="adj" fmla="val 22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0584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 bat played same number (5) twice consecutively → OUT on ball 5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316736"/>
            <a:ext cx="804672" cy="256032"/>
          </a:xfrm>
          <a:prstGeom prst="rect">
            <a:avLst/>
          </a:prstGeom>
          <a:solidFill>
            <a:srgbClr val="E8E4DC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16736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261872" y="1316736"/>
            <a:ext cx="804672" cy="256032"/>
          </a:xfrm>
          <a:prstGeom prst="rect">
            <a:avLst/>
          </a:prstGeom>
          <a:solidFill>
            <a:srgbClr val="E8E4DC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1872" y="1316736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48840" y="1316736"/>
            <a:ext cx="804672" cy="256032"/>
          </a:xfrm>
          <a:prstGeom prst="rect">
            <a:avLst/>
          </a:prstGeom>
          <a:solidFill>
            <a:srgbClr val="E8E4DC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8840" y="1316736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63240" y="1316736"/>
            <a:ext cx="804672" cy="256032"/>
          </a:xfrm>
          <a:prstGeom prst="rect">
            <a:avLst/>
          </a:prstGeom>
          <a:solidFill>
            <a:srgbClr val="E8E4DC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1316736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60520" y="1316736"/>
            <a:ext cx="804672" cy="256032"/>
          </a:xfrm>
          <a:prstGeom prst="rect">
            <a:avLst/>
          </a:prstGeom>
          <a:solidFill>
            <a:srgbClr val="E8E4DC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0520" y="1316736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OUT?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0" y="1316736"/>
            <a:ext cx="1234440" cy="256032"/>
          </a:xfrm>
          <a:prstGeom prst="rect">
            <a:avLst/>
          </a:prstGeom>
          <a:solidFill>
            <a:srgbClr val="E8E4DC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131673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scored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66560" y="1316736"/>
            <a:ext cx="1051560" cy="256032"/>
          </a:xfrm>
          <a:prstGeom prst="rect">
            <a:avLst/>
          </a:prstGeom>
          <a:solidFill>
            <a:srgbClr val="E8E4DC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1316736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runs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63840" y="1316736"/>
            <a:ext cx="1051560" cy="256032"/>
          </a:xfrm>
          <a:prstGeom prst="rect">
            <a:avLst/>
          </a:prstGeom>
          <a:solidFill>
            <a:srgbClr val="E8E4DC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0" y="1316736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balls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1609344"/>
            <a:ext cx="8549640" cy="402336"/>
          </a:xfrm>
          <a:prstGeom prst="rect">
            <a:avLst/>
          </a:prstGeom>
          <a:solidFill>
            <a:srgbClr val="F0FAF0"/>
          </a:solidFill>
          <a:ln w="6350">
            <a:solidFill>
              <a:srgbClr val="D8D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1609344"/>
            <a:ext cx="804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61872" y="1609344"/>
            <a:ext cx="804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148840" y="1609344"/>
            <a:ext cx="804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063240" y="1609344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78808" y="1609344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0" y="160934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66560" y="1609344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863840" y="1609344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65760" y="2048256"/>
            <a:ext cx="8549640" cy="402336"/>
          </a:xfrm>
          <a:prstGeom prst="rect">
            <a:avLst/>
          </a:prstGeom>
          <a:solidFill>
            <a:srgbClr val="F0FAF0"/>
          </a:solidFill>
          <a:ln w="6350">
            <a:solidFill>
              <a:srgbClr val="D8D4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048256"/>
            <a:ext cx="804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261872" y="2048256"/>
            <a:ext cx="804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148840" y="2048256"/>
            <a:ext cx="804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063240" y="2048256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178808" y="2048256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0" y="2048256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766560" y="2048256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863840" y="2048256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65760" y="2487168"/>
            <a:ext cx="8549640" cy="402336"/>
          </a:xfrm>
          <a:prstGeom prst="rect">
            <a:avLst/>
          </a:prstGeom>
          <a:solidFill>
            <a:srgbClr val="FEF9EE"/>
          </a:solidFill>
          <a:ln w="6350">
            <a:solidFill>
              <a:srgbClr val="D8D4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2487168"/>
            <a:ext cx="804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261872" y="2487168"/>
            <a:ext cx="804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2148840" y="2487168"/>
            <a:ext cx="804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063240" y="2487168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178808" y="2487168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486400" y="2487168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(bowl)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766560" y="2487168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863840" y="2487168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365760" y="2926080"/>
            <a:ext cx="8549640" cy="402336"/>
          </a:xfrm>
          <a:prstGeom prst="rect">
            <a:avLst/>
          </a:prstGeom>
          <a:solidFill>
            <a:srgbClr val="F0FAF0"/>
          </a:solidFill>
          <a:ln w="6350">
            <a:solidFill>
              <a:srgbClr val="D8D4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2926080"/>
            <a:ext cx="804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261872" y="2926080"/>
            <a:ext cx="804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2148840" y="2926080"/>
            <a:ext cx="804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3063240" y="2926080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4178808" y="2926080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486400" y="2926080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766560" y="2926080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7863840" y="2926080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365760" y="3364992"/>
            <a:ext cx="8549640" cy="402336"/>
          </a:xfrm>
          <a:prstGeom prst="rect">
            <a:avLst/>
          </a:prstGeom>
          <a:solidFill>
            <a:srgbClr val="FCE8E3"/>
          </a:solidFill>
          <a:ln w="6350">
            <a:solidFill>
              <a:srgbClr val="F0B4A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" y="3364992"/>
            <a:ext cx="804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1261872" y="3364992"/>
            <a:ext cx="804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2148840" y="3364992"/>
            <a:ext cx="804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3063240" y="3364992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4178808" y="3364992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bat==prev (5==5)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486400" y="3364992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counted)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766560" y="336499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7863840" y="336499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365760" y="3840480"/>
            <a:ext cx="8549640" cy="475488"/>
          </a:xfrm>
          <a:prstGeom prst="roundRect">
            <a:avLst>
              <a:gd name="adj" fmla="val 11538"/>
            </a:avLst>
          </a:prstGeom>
          <a:solidFill>
            <a:srgbClr val="D4EDDA"/>
          </a:solidFill>
          <a:ln w="12700">
            <a:solidFill>
              <a:srgbClr val="A8D5B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8640" y="386791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 5 14     (5 balls total, 1+5+3+5 = 14 runs, last ball not counted)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2 -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Explanatory Approach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line by line, track previous bat, check OUT conditions before scoring.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969264"/>
            <a:ext cx="6949440" cy="38862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078992"/>
            <a:ext cx="66751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sys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balls = 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  = 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prev_bat = None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line in sys.stdin: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line = line.strip()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line: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continue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bat, bowl = map(int, line.split())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balls += 1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Check OUT conditions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bat == bowl or bat == prev_bat: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          # last ball counted, runs NOT added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Add runs for this ball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bat == 0: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runs += bowl   # batsman plays 0 → bowl's number counts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runs += bat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prev_bat = bat     # remember for next ball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print(balls, runs)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242048" y="1600200"/>
            <a:ext cx="29260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62088" y="155448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prev_bat=None: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previous ball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first delivery.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242048" y="2331720"/>
            <a:ext cx="29260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62088" y="228600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ball BEFORE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OUT so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always included.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42048" y="3090672"/>
            <a:ext cx="29260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62088" y="3044952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conditions: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bat==bowl 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bat==prev_bat.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42048" y="4005072"/>
            <a:ext cx="29260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62088" y="3959352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prev_bat updated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after scoring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not on OUT ball.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2 -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Pythonic Optimization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using enumerate and ternary for runs scoring.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969264"/>
            <a:ext cx="86868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024128"/>
            <a:ext cx="8321040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sys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balls, runs, prev = 0, 0, None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line in sys.stdin: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line.strip(): continue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bat, bowl = map(int, line.strip().split())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balls += 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bat == bowl or bat == prev: break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 += bowl if bat == 0 else bat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prev = bat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print(balls, runs)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28600" y="2999232"/>
            <a:ext cx="8686800" cy="1901952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3127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456432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balls += 1  (before OUT check)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13048" y="3456432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count the ball first — it's always counted, even if it's the OUT ball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785616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 == bowl or bat == prev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13048" y="3785616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both OUT conditions in one line; short-circuit stops at first True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4114800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bowl if bat == 0 else bat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13048" y="4114800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ternary: if batsman plays 0, score bowler's number; else score bat's number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4443984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 = bat  (after scoring)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13048" y="4443984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only update prev on valid deliveries — OUT ball's bat is not stored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2 -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Comparison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0" y="914400"/>
            <a:ext cx="0" cy="4023360"/>
          </a:xfrm>
          <a:prstGeom prst="line">
            <a:avLst/>
          </a:prstGeom>
          <a:noFill/>
          <a:ln w="12700">
            <a:solidFill>
              <a:srgbClr val="C8C0B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914400"/>
            <a:ext cx="502920" cy="5029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914400"/>
            <a:ext cx="502920" cy="5029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15087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Verbose Style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5029200" y="15087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Style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57200" y="196596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for each rule.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variables: balls, runs.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trace step by step.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Beginners &amp; clarity.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029200" y="196596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init, ternary for runs.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loop body.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logic, fewer lines.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Clean code &amp; exams.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370332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balls += 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bat==bowl or bat==prev_bat: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break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bat==0: runs+=bowl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 runs+=bat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prev_bat=bat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print(balls, runs)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029200" y="379476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balls+=1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bat==bowl or bat==prev: break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 += bowl if bat==0 else bat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prev=bat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print(balls, runs)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2 -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2788920" cy="33832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84048" y="1051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Count Ball Before Checking OUT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84048" y="1481328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 balls BEFORE the OUT check — even the final ball counts toward the total. If you check OUT first you might forget to count that ball.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27248" y="914400"/>
            <a:ext cx="2788920" cy="33832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82696" y="1051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Two OUT Conditions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82696" y="1481328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 == bowl: batsman and bowler show same number.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 == prev_bat: batsman shows same number as their last delivery. Both end the game.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914400"/>
            <a:ext cx="2788920" cy="33832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90488" y="1051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bat=0 Special Rule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190488" y="1481328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batsman plays 0, add the bowler's number to runs — not 0 and not batsman's. Only applies on non-OUT balls.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4224528"/>
            <a:ext cx="8686800" cy="594360"/>
          </a:xfrm>
          <a:prstGeom prst="rect">
            <a:avLst/>
          </a:prstGeom>
          <a:solidFill>
            <a:srgbClr val="D6E4F7"/>
          </a:solidFill>
          <a:ln w="6350">
            <a:solidFill>
              <a:srgbClr val="A8C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24281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Syntax Cheat Sheet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4425696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balls+=1; if bat==bowl or bat==prev: break; runs += bowl if bat==0 else bat; prev=bat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4590288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OUT: (bat==bowl) means match; (bat==prev) means consecutive repeat  |  bat=0 → add bowl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2 - Problem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2026-04-22T04:47:22Z</dcterms:created>
  <dcterms:modified xsi:type="dcterms:W3CDTF">2026-04-22T04:47:22Z</dcterms:modified>
</cp:coreProperties>
</file>
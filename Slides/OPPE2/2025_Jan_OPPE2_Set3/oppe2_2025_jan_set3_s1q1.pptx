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Border Elements from a 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1 - Problem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</a:t>
            </a:r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'extract_border_elements'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takes a list and returns a new list with only the </a:t>
            </a:r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and last elements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331720"/>
            <a:ext cx="3794760" cy="384048"/>
          </a:xfrm>
          <a:prstGeom prst="roundRect">
            <a:avLst>
              <a:gd name="adj" fmla="val 11905"/>
            </a:avLst>
          </a:prstGeom>
          <a:solidFill>
            <a:srgbClr val="DCEAF7"/>
          </a:solidFill>
          <a:ln w="10160">
            <a:solidFill>
              <a:srgbClr val="1F4E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 &gt; 1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[arr[0], arr[-1]]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3794760" cy="384048"/>
          </a:xfrm>
          <a:prstGeom prst="roundRect">
            <a:avLst>
              <a:gd name="adj" fmla="val 11905"/>
            </a:avLst>
          </a:prstGeom>
          <a:solidFill>
            <a:srgbClr val="FCE8E3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889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 == 1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[arr[0]]  (single)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246120"/>
            <a:ext cx="3794760" cy="384048"/>
          </a:xfrm>
          <a:prstGeom prst="roundRect">
            <a:avLst>
              <a:gd name="adj" fmla="val 11905"/>
            </a:avLst>
          </a:prstGeom>
          <a:solidFill>
            <a:srgbClr val="F0EDE8"/>
          </a:solidFill>
          <a:ln w="10160">
            <a:solidFill>
              <a:srgbClr val="8888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461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 == 0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[]  (empty)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74904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arr[0]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first element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04164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0416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arr[-1]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last element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334256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3342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new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all cases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61772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6177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only — no input/print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62272" y="2834640"/>
            <a:ext cx="50292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0" y="91440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EXPLANATION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13716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4]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12080" y="158191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first=1, last=4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12080" y="17556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4]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2080" y="2011680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1031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[7, 8, 9, 10, 11]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12080" y="231343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first=7, last=11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12080" y="24871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[7, 11]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12080" y="2743200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28346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212080" y="304495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 element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32186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12080" y="3474720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566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12080" y="377647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empty → empty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12080" y="39502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212080" y="4206240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Specification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4612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(list)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integers.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empty, single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element, or multi.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44475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len(arr)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10312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len ==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return []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76148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len ==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return [arr[0]]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3419856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len &gt;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return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[arr[0], arr[-1]]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19088" y="2057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list: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or [x] or [first, last]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9067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0819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arr[-1]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always the last element in Python  · 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len(arr)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distinguish the three cases  ·  always return a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886968"/>
            <a:ext cx="8686800" cy="4050792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cases — what gets returned: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 len &gt; 1  →  [1, 2, 3, 4]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DCEAF7"/>
          </a:solidFill>
          <a:ln w="25400">
            <a:solidFill>
              <a:srgbClr val="7AAA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27632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15798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arr[0]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08760" y="1627632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627632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15798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arr[1]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627632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627632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68880" y="215798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arr[2]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1627632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DCEAF7"/>
          </a:solidFill>
          <a:ln w="25400">
            <a:solidFill>
              <a:srgbClr val="7AAA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627632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29000" y="215798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arr[-1]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1874520"/>
            <a:ext cx="365760" cy="0"/>
          </a:xfrm>
          <a:prstGeom prst="line">
            <a:avLst/>
          </a:prstGeom>
          <a:noFill/>
          <a:ln w="2540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56048" y="1627632"/>
            <a:ext cx="1325880" cy="502920"/>
          </a:xfrm>
          <a:prstGeom prst="roundRect">
            <a:avLst>
              <a:gd name="adj" fmla="val 12727"/>
            </a:avLst>
          </a:prstGeom>
          <a:solidFill>
            <a:srgbClr val="D4EDDA"/>
          </a:solidFill>
          <a:ln w="19050">
            <a:solidFill>
              <a:srgbClr val="A8D5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6276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4]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2468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 len == 1  →  [5]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2761488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FCE8E3"/>
          </a:solidFill>
          <a:ln w="25400">
            <a:solidFill>
              <a:srgbClr val="E899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6148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32826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arr[0] = arr[-1]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08760" y="3017520"/>
            <a:ext cx="36576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984248" y="2761488"/>
            <a:ext cx="1097280" cy="502920"/>
          </a:xfrm>
          <a:prstGeom prst="roundRect">
            <a:avLst>
              <a:gd name="adj" fmla="val 12727"/>
            </a:avLst>
          </a:prstGeom>
          <a:solidFill>
            <a:srgbClr val="D4EDDA"/>
          </a:solidFill>
          <a:ln w="19050">
            <a:solidFill>
              <a:srgbClr val="A8D5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84248" y="276148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172968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element → wrap in list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54787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 len == 0  →  []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38404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(empty list)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468880" y="4087368"/>
            <a:ext cx="36576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944368" y="3840480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F0FAF0"/>
          </a:solidFill>
          <a:ln w="19050">
            <a:solidFill>
              <a:srgbClr val="A8D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44368" y="38404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950208" y="39136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extract → return empty list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Explanatory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if-elif-else checking length — easy to read and trace.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extract_border_elements(arr: list) -&gt; list: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Case 1: Empty list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len(arr) == 0: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[]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Case 2: Single element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len(arr) == 1: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[arr[0]]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Case 3: More than one element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[arr[0], arr[-1]]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42048" y="192024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62088" y="18745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len(arr) == 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elements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42048" y="2816352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88" y="27706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 == 1: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last are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element.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42048" y="370332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36576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arr[-1] always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element.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form using list slicing and conditional expression.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8686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extract_border_elements(arr: list) -&gt; list: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[] if not arr else [arr[0]] if len(arr) == 1 else [arr[0], arr[-1]]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8600" y="2176272"/>
            <a:ext cx="8686800" cy="2633472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313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the chained ternary: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883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arr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44368" y="268833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True when arr is empty (falsy) → return []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len(arr) ==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44368" y="303580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True when only one element → return [arr[0]]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[arr[0], arr[-1]]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44368" y="338328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default branch → first and last elements as a list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730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arr[-1]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44368" y="373075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negative index: always the last element, regardless of length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1879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[arr[i] for i in (0, -1)] if len(arr) &gt; 1 else list(arr)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also valid!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0" cy="4023360"/>
          </a:xfrm>
          <a:prstGeom prst="line">
            <a:avLst/>
          </a:prstGeom>
          <a:noFill/>
          <a:ln w="12700">
            <a:solidFill>
              <a:srgbClr val="C8C0B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914400"/>
            <a:ext cx="502920" cy="502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if-elif-else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Ternary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named and commented.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to read and debug.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Clearest for beginners.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Clarity &amp; learning.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— concise.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ternary handles all 3 cases.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Idiomatic Python style.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Clean code &amp; interviews.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749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arr: return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len(arr)==1: return [arr[0]]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return [arr[0], arr[-1]]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029200" y="382219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[] if not arr else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[arr[0]] if len(arr)==1 else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[arr[0], arr[-1]]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Three Edge Cases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all three cases: empty list → []; single element → [arr[0]]; multiple → [arr[0], arr[-1]]. Missing any one causes bugs on edge inputs.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arr[-1] for Last Element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indexing: arr[-1] is always the last element in Python, regardless of length. No need to compute len(arr) - 1 as an index.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not arr for Empty Check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list is falsy in Python: not [] is True. Using 'not arr' is more Pythonic than 'len(arr) == 0', though both are correct.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not arr: return []  |  elif len(arr)==1: return [arr[0]]  |  else: return [arr[0], arr[-1]]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One-liner: return [] if not arr else [arr[0]] if len(arr)==1 else [arr[0], arr[-1]]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2026-04-21T19:15:50Z</dcterms:created>
  <dcterms:modified xsi:type="dcterms:W3CDTF">2026-04-21T19:15:50Z</dcterms:modified>
</cp:coreProperties>
</file>
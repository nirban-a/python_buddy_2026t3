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Jan OPPE 2 - Set 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816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3 - Problem 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28600" y="777240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FOUR FUNCTIONS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117043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 = [(2,1),(5,1),(7,3),(4,6),(1,4)]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" y="1444752"/>
            <a:ext cx="73152" cy="777240"/>
          </a:xfrm>
          <a:prstGeom prst="rect">
            <a:avLst/>
          </a:prstGeom>
          <a:solidFill>
            <a:srgbClr val="1F4E91"/>
          </a:solidFill>
          <a:ln w="12700">
            <a:solidFill>
              <a:srgbClr val="1F4E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630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perimeter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8912" y="17190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distances between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vertices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17556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≈ 16.84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" y="2340864"/>
            <a:ext cx="73152" cy="777240"/>
          </a:xfrm>
          <a:prstGeom prst="rect">
            <a:avLst/>
          </a:prstGeom>
          <a:solidFill>
            <a:srgbClr val="1E7D34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3591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bounding_box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8912" y="261518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Bottom-left and top-right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enclosing rectangle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26517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((1,1),(7,6))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" y="3236976"/>
            <a:ext cx="73152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2552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" y="35112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Shoelace formula: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× Σ det([pi, pi+1])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63240" y="35478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19.0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" y="4133088"/>
            <a:ext cx="73152" cy="7772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41513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is_convex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8912" y="44074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zcross &gt; 0 for 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edge pairs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63240" y="444398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07408" y="777240"/>
            <a:ext cx="4507992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90288" y="914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VISUALIZATION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1170432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 = [(2,1),(5,1),(7,3),(4,6),(1,4)]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87340" y="4206240"/>
            <a:ext cx="1760220" cy="0"/>
          </a:xfrm>
          <a:prstGeom prst="line">
            <a:avLst/>
          </a:prstGeom>
          <a:noFill/>
          <a:ln w="19050">
            <a:solidFill>
              <a:srgbClr val="7AAA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47560" y="4206240"/>
            <a:ext cx="1173480" cy="-1097280"/>
          </a:xfrm>
          <a:prstGeom prst="line">
            <a:avLst/>
          </a:prstGeom>
          <a:noFill/>
          <a:ln w="19050">
            <a:solidFill>
              <a:srgbClr val="7AAA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3108960"/>
            <a:ext cx="-1760220" cy="-1645920"/>
          </a:xfrm>
          <a:prstGeom prst="line">
            <a:avLst/>
          </a:prstGeom>
          <a:noFill/>
          <a:ln w="19050">
            <a:solidFill>
              <a:srgbClr val="7AAA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0820" y="1463040"/>
            <a:ext cx="-1760220" cy="1097280"/>
          </a:xfrm>
          <a:prstGeom prst="line">
            <a:avLst/>
          </a:prstGeom>
          <a:noFill/>
          <a:ln w="19050">
            <a:solidFill>
              <a:srgbClr val="7AAA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560320"/>
            <a:ext cx="586740" cy="1645920"/>
          </a:xfrm>
          <a:prstGeom prst="line">
            <a:avLst/>
          </a:prstGeom>
          <a:noFill/>
          <a:ln w="19050">
            <a:solidFill>
              <a:srgbClr val="7AAA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1463040"/>
            <a:ext cx="3520440" cy="2743200"/>
          </a:xfrm>
          <a:prstGeom prst="rect">
            <a:avLst/>
          </a:prstGeom>
          <a:ln w="19050">
            <a:solidFill>
              <a:srgbClr val="1E7D34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295900" y="4114800"/>
            <a:ext cx="182880" cy="182880"/>
          </a:xfrm>
          <a:prstGeom prst="ellipse">
            <a:avLst/>
          </a:prstGeom>
          <a:solidFill>
            <a:srgbClr val="1F4E91"/>
          </a:solidFill>
          <a:ln w="12700">
            <a:solidFill>
              <a:srgbClr val="1F4E9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0060" y="42519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p1(2,1)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056120" y="4114800"/>
            <a:ext cx="182880" cy="182880"/>
          </a:xfrm>
          <a:prstGeom prst="ellipse">
            <a:avLst/>
          </a:prstGeom>
          <a:solidFill>
            <a:srgbClr val="1E7D34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57288" y="42519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p2(5,1)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9600" y="3017520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0768" y="31546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p3(7,3)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469380" y="1371600"/>
            <a:ext cx="182880" cy="18288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0548" y="12070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p4(4,6)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2468880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26060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p5(1,4)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90288" y="416052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bounding box (dashed green)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Functions Provided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helpers are already implemented — use them in your solutions.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155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distance(p1, p2)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01568" y="111556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math.sqrt((x1-x2)**2 + (y1-y2)**2)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42646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between two points. Used in perimeter().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408176"/>
            <a:ext cx="3017520" cy="621792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4447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distance((2,1),(5,1)) = 3.0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395728"/>
            <a:ext cx="86868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4871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det_2x2(m)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1568" y="248716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a*d - b*c  # for matrix [[a,b],[c,d]]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79806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 of a 2×2 matrix. Core of the shoelace formula in area().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2779776"/>
            <a:ext cx="3017520" cy="621792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8163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det_2x2([(2,1),(5,1)]) = 2×1 − 1×5 = −3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767328"/>
            <a:ext cx="86868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8587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zcross(A, B, C)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1568" y="385876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det_2x2([AB_vector, BC_vector])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416966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Z-component of the cross product of consecutive edge vectors AB and BC. Used in is_convex() — positive = left turn (convex).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4151376"/>
            <a:ext cx="3017520" cy="621792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41879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zcross((2,1),(5,1),(7,3)) = 6  →  left turn 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"perimeter"  &amp;  "bounding_box"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749808"/>
            <a:ext cx="425196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41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perimeter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1338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distances of consecutive vertices (including wrap-around pn→p1):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48132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(2,1)→(5,1) = 3.00 +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" y="1682496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(5,1)→(7,3) = 2.83 +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88366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(7,3)→(4,6) = 4.24 +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084832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(4,6)→(1,4) = 3.61 +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28600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(1,4)→(2,1) = 3.16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487168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16.84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8600" y="2834640"/>
            <a:ext cx="4251960" cy="320040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871216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sum(distance(points[i], points[(i+1)%n]) for i in range(n))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749808"/>
            <a:ext cx="425196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841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bounding_box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11338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min/max of all x and y coordinates: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28032" y="1426464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[2, 5, 7, 4, 1]  →  min=1, max=7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ys = [1, 1, 3, 6, 4]  →  min=1, max=6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28032" y="19933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bottom-left: (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22860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top-right:   (</a:t>
            </a:r>
            <a:pPr indent="0" marL="0">
              <a:buNone/>
            </a:pPr>
            <a:r>
              <a:rPr lang="en-US" sz="14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4251960" cy="320040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871216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(min(xs),min(ys)), (max(xs),max(ys))  # where xs=[x for x,y in points]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3246120"/>
            <a:ext cx="868680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" y="3337560"/>
            <a:ext cx="8321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perimeter(points):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len(points)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sum(distance(points[i], points[(i+1) % n]) for i in range(n))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bounding_box(points):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xs = [x for x, y in points]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ys = [y for x, y in points]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(min(xs), min(ys)), (max(xs), max(ys))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"area"  (Shoelace)  &amp;  "is_convex"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749808"/>
            <a:ext cx="4251960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41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 — Shoelace formula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338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× Σ det([pi, pi+1]) for each consecutive pair: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42646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det([(2,1),(5,1)]) = -3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" y="161848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det([(5,1),(7,3)]) = +8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810512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det([(7,3),(4,6)]) = +30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002536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det([(4,6),(1,4)]) = +10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19456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det([(1,4),(2,1)]) = -7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432304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½ × (−3+8+30+10−7) = ½ × 38 = 19.0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926080"/>
            <a:ext cx="4251960" cy="320040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962656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abs(sum(det_2x2([points[i], points[(i+1)%n]]) for i in range(n))) /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749808"/>
            <a:ext cx="4251960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841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is_convex  — zcross &gt; 0 check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11338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edge-pairs must have positive zcross: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28032" y="142646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zcross(p1,p2,p3)</a:t>
            </a:r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1618488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zcross(p2,p3,p4)</a:t>
            </a:r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✓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28032" y="18105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zcross(p3,p4,p5)</a:t>
            </a:r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✓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28032" y="200253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zcross(p4,p5,p1)</a:t>
            </a:r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✓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28032" y="219456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zcross(p5,p1,p2)</a:t>
            </a:r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 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8032" y="243230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&gt; 0  →  True (convex)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926080"/>
            <a:ext cx="4251960" cy="320040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962656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all(zcross(points[i],points[(i+1)%n],points[(i+2)%n]) &gt; 0 for i in range(n))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3337560"/>
            <a:ext cx="86868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3429000"/>
            <a:ext cx="832104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area(points):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len(points)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abs(sum(det_2x2([points[i], points[(i+1) % n]]) for i in range(n))) / 2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is_convex(points):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len(points)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all(zcross(points[i], points[(i+1)%n], points[(i+2)%n]) &gt; 0 for i in range(n))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0040" y="62179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functions using the provided helpers + modular indexing.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3950208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05840"/>
            <a:ext cx="8321040" cy="3785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perimeter(points):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len(points)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sum(distance(points[i], points[(i+1) % n]) for i in range(n))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bounding_box(points):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xs = [x for x, y in points]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ys = [y for x, y in points]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(min(xs), min(ys)), (max(xs), max(ys))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area(points):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len(points)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sum(det_2x2([points[i], points[(i+1) % n]]) for i in range(n))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abs(total) / 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is_convex(points):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len(points)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all(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zcross(points[i], points[(i+1) % n], points[(i+2) % n]) &gt;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Behind the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" y="777240"/>
            <a:ext cx="86868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961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Modular wrap-around: (i+1) % 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points[(i+1) % n]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= n-1 (last vertex), (i+1)%n = 0 → wraps back to first vertex. Works for perimeter, area, and is_convex.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0" cy="3886200"/>
          </a:xfrm>
          <a:prstGeom prst="line">
            <a:avLst/>
          </a:prstGeom>
          <a:noFill/>
          <a:ln w="10160">
            <a:solidFill>
              <a:srgbClr val="D8D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8961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Shoelace: det_2x2([pi, pi+1])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36592" y="1188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det_2x2([(x1,y1),(x2,y2)]) = x1*y2 − y1*x2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6592" y="144475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area of triangle at origin. Summing all consecutive pairs gives twice the polygon area. abs() handles clockwise vs anti-clockwise.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8321040" cy="0"/>
          </a:xfrm>
          <a:prstGeom prst="line">
            <a:avLst/>
          </a:prstGeom>
          <a:noFill/>
          <a:ln w="10160">
            <a:solidFill>
              <a:srgbClr val="D8D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128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zcross &gt; 0 → left turn (convex)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505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zcross(A,B,C) = det([AB, BC])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76148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z-cross means the turn from AB to BC is anti-clockwise (left turn). A convex polygon has all left turns. One negative or zero → concave.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6592" y="22128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all() for convexity check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36592" y="2505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all(zcross(...) &gt; 0 for i in range(n))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36592" y="276148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all() short-circuits — returns False as soon as one zcross is ≤ 0. For is_convex we also need (i+2)%n to get the third point of each triple.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337560"/>
            <a:ext cx="8321040" cy="0"/>
          </a:xfrm>
          <a:prstGeom prst="line">
            <a:avLst/>
          </a:prstGeom>
          <a:noFill/>
          <a:ln w="10160">
            <a:solidFill>
              <a:srgbClr val="D8D4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429000"/>
            <a:ext cx="8321040" cy="1389888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49300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used in ALL four functions: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3730752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len(points)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index with  </a:t>
            </a:r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% n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use  </a:t>
            </a:r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sum(...)  or  all(...) for i in range(n)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clean polygon traversal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Modular Indexing (i+1)%n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polygon function, use (i+1)%n to get the next vertex with automatic wrap-around. When i = n-1 (last), (i+1)%n = 0 (first). Same pattern for (i+2)%n.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Shoelace = det_2x2 pairs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abs(Σ det_2x2([points[i], points[(i+1)%n]])) / 2. det_2x2 computes x1*y2 - y1*x2, and summing all pairs gives twice the signed area.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Convexity = all zcross &gt; 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zcross means a left turn (anti-clockwise). all(zcross &gt; 0 for each consecutive triple) checks every turn. One non-positive → concave polygon.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Syntax Cheat Sheet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perimeter: sum(distance(pts[i], pts[(i+1)%n]) for i in range(n))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area: abs(sum(det_2x2([pts[i], pts[(i+1)%n]]) for i in range(n))) / 2  |  is_convex: all(zcross(pts[i],pts[(i+1)%n],pts[(i+2)%n]) &gt; 0 for i in range(n))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2026-04-22T04:59:28Z</dcterms:created>
  <dcterms:modified xsi:type="dcterms:W3CDTF">2026-04-22T04:59:28Z</dcterms:modified>
</cp:coreProperties>
</file>
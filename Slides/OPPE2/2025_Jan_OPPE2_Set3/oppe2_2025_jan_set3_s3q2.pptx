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Jan OPPE 2 - Set 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Size of Image Files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3 - Problem 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41605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051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file where each line has a file size and filename separated by a comma. Sum the sizes of all </a:t>
            </a:r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files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based on their extension.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2148840"/>
            <a:ext cx="3913632" cy="475488"/>
          </a:xfrm>
          <a:prstGeom prst="rect">
            <a:avLst/>
          </a:prstGeom>
          <a:solidFill>
            <a:srgbClr val="D6E4F7"/>
          </a:solidFill>
          <a:ln w="6350">
            <a:solidFill>
              <a:srgbClr val="A8C4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7627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extensions (case-insensitive):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.jpg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.jpeg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.png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74320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7432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Parse: </a:t>
            </a:r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size,filename.ext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054096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0540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.lower()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case-insensitive match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36499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3649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rsplit('.', 1)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gets the extension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675888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6758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sizes of matching files only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00507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0050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 via </a:t>
            </a:r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filename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variable (tempfile)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62272" y="2743200"/>
            <a:ext cx="50292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29200" y="914400"/>
            <a:ext cx="3840480" cy="39776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12080" y="1051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&amp; EXPLANATION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12080" y="1371600"/>
            <a:ext cx="3456432" cy="292608"/>
          </a:xfrm>
          <a:prstGeom prst="rect">
            <a:avLst/>
          </a:prstGeom>
          <a:solidFill>
            <a:srgbClr val="F0FAF0"/>
          </a:solidFill>
          <a:ln w="6350">
            <a:solidFill>
              <a:srgbClr val="1E7D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13716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2000,file1.jpg</a:t>
            </a:r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+2000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1691640"/>
            <a:ext cx="3456432" cy="292608"/>
          </a:xfrm>
          <a:prstGeom prst="rect">
            <a:avLst/>
          </a:prstGeom>
          <a:solidFill>
            <a:srgbClr val="FFF8F8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0368" y="16916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890,file2.txt</a:t>
            </a:r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skip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12080" y="2011680"/>
            <a:ext cx="3456432" cy="292608"/>
          </a:xfrm>
          <a:prstGeom prst="rect">
            <a:avLst/>
          </a:prstGeom>
          <a:solidFill>
            <a:srgbClr val="F0FAF0"/>
          </a:solidFill>
          <a:ln w="6350">
            <a:solidFill>
              <a:srgbClr val="1E7D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0368" y="20116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30500,file3.JPEG</a:t>
            </a:r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+30500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212080" y="2331720"/>
            <a:ext cx="3456432" cy="292608"/>
          </a:xfrm>
          <a:prstGeom prst="rect">
            <a:avLst/>
          </a:prstGeom>
          <a:solidFill>
            <a:srgbClr val="F0FAF0"/>
          </a:solidFill>
          <a:ln w="6350">
            <a:solidFill>
              <a:srgbClr val="1E7D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0368" y="233172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12000,file4.png</a:t>
            </a:r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+12000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12080" y="2651760"/>
            <a:ext cx="3456432" cy="292608"/>
          </a:xfrm>
          <a:prstGeom prst="rect">
            <a:avLst/>
          </a:prstGeom>
          <a:solidFill>
            <a:srgbClr val="F0FAF0"/>
          </a:solidFill>
          <a:ln w="6350">
            <a:solidFill>
              <a:srgbClr val="1E7D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30368" y="26517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40000,file5.gif</a:t>
            </a:r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+40000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12080" y="2971800"/>
            <a:ext cx="3456432" cy="292608"/>
          </a:xfrm>
          <a:prstGeom prst="rect">
            <a:avLst/>
          </a:prstGeom>
          <a:solidFill>
            <a:srgbClr val="FFF8F8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0368" y="29718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490,file6.docx</a:t>
            </a:r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skip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12080" y="3337560"/>
            <a:ext cx="3383280" cy="0"/>
          </a:xfrm>
          <a:prstGeom prst="line">
            <a:avLst/>
          </a:prstGeom>
          <a:noFill/>
          <a:ln w="10160">
            <a:solidFill>
              <a:srgbClr val="8888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3401568"/>
            <a:ext cx="3456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 + 30500 + 12000 + 40000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12080" y="3621024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84500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Specification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9319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4612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1071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 BOX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508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text file: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line: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size,filename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2103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= int bytes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 = name.ext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141732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&amp; read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file lines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199339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Split line 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first comma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2569464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Get extension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via rsplit('.',1)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3145536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Check if 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 img_extensions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(lowercased)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01568" y="372160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Add size if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image file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19088" y="1508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19088" y="20574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size of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image files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bytes.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90672" y="2880360"/>
            <a:ext cx="13716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08192" y="2880360"/>
            <a:ext cx="13716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28600" y="4617720"/>
            <a:ext cx="8686800" cy="347472"/>
          </a:xfrm>
          <a:prstGeom prst="rect">
            <a:avLst/>
          </a:prstGeom>
          <a:solidFill>
            <a:srgbClr val="F5F3EF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64515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</a:t>
            </a:r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 = filename.rsplit('.', 1)[-1].lower()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then check  </a:t>
            </a:r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 in img_extensions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(set lookup is O(1))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the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886968"/>
            <a:ext cx="8686800" cy="4050792"/>
          </a:xfrm>
          <a:prstGeom prst="roundRect">
            <a:avLst>
              <a:gd name="adj" fmla="val 22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058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Parsing each line — example: "30500,file3.JPEG"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35024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 line.split(',', 1)  →  [size_str, filename]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DCEAF7"/>
          </a:solidFill>
          <a:ln w="19050">
            <a:solidFill>
              <a:srgbClr val="7AAA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2763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"30500"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214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 = 30500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1627632"/>
            <a:ext cx="2560320" cy="475488"/>
          </a:xfrm>
          <a:prstGeom prst="roundRect">
            <a:avLst>
              <a:gd name="adj" fmla="val 11538"/>
            </a:avLst>
          </a:prstGeom>
          <a:solidFill>
            <a:srgbClr val="FCE8E3"/>
          </a:solidFill>
          <a:ln w="19050">
            <a:solidFill>
              <a:srgbClr val="E899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62763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"file3.JPEG"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14600" y="212140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41401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 filename.rsplit(".", 1)  →  ["file3", "JPEG"]  →  "jpeg" (lowercased)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706624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0EDE8"/>
          </a:solidFill>
          <a:ln w="10160">
            <a:solidFill>
              <a:srgbClr val="D0C8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0662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"file3"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84832" y="2706624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EFE3F7"/>
          </a:solidFill>
          <a:ln w="25400">
            <a:solidFill>
              <a:srgbClr val="B08A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84832" y="270662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"JPEG"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84832" y="318211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extension ([-1])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11880" y="2926080"/>
            <a:ext cx="365760" cy="0"/>
          </a:xfrm>
          <a:prstGeom prst="line">
            <a:avLst/>
          </a:prstGeom>
          <a:noFill/>
          <a:ln w="19050">
            <a:solidFill>
              <a:srgbClr val="6B3FA0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023360" y="27889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.lower()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041648" y="2706624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EFE3F7"/>
          </a:solidFill>
          <a:ln w="25400">
            <a:solidFill>
              <a:srgbClr val="6B3F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41648" y="2706624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"jpeg"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3467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 "jpeg" in img_extensions  →  True  →  add 30500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577840" y="1627632"/>
            <a:ext cx="3017520" cy="2011680"/>
          </a:xfrm>
          <a:prstGeom prst="rect">
            <a:avLst/>
          </a:prstGeom>
          <a:solidFill>
            <a:srgbClr val="F8F6F2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169164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img_extensions  (set)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87568" y="1938528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F0FAF0"/>
          </a:solidFill>
          <a:ln w="10160">
            <a:solidFill>
              <a:srgbClr val="A8D5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87568" y="193852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'jpg'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20256" y="1938528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F0FAF0"/>
          </a:solidFill>
          <a:ln w="10160">
            <a:solidFill>
              <a:srgbClr val="A8D5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0256" y="193852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'jpeg'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52944" y="1938528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F0FAF0"/>
          </a:solidFill>
          <a:ln w="10160">
            <a:solidFill>
              <a:srgbClr val="A8D5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52944" y="193852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'png'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87568" y="2304288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F0FAF0"/>
          </a:solidFill>
          <a:ln w="10160">
            <a:solidFill>
              <a:srgbClr val="A8D5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87568" y="23042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'gif'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3639312"/>
            <a:ext cx="8321040" cy="502920"/>
          </a:xfrm>
          <a:prstGeom prst="roundRect">
            <a:avLst>
              <a:gd name="adj" fmla="val 10909"/>
            </a:avLst>
          </a:prstGeom>
          <a:solidFill>
            <a:srgbClr val="D4EDDA"/>
          </a:solidFill>
          <a:ln w="19050">
            <a:solidFill>
              <a:srgbClr val="A8D5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3666744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"jpeg"  ∈  img_extensions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True  →  total += 30500</a:t>
            </a:r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(vs. "txt" ∉ set → skip)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Explanatory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open file, parse each line, check extension, accumulate total.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969264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78992"/>
            <a:ext cx="66751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img_extensions = {'jpg', 'jpeg', 'png', 'gif'}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open(filename) as f: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line in f: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line = line.strip()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line: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Step 1: Split line into size and filename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size_str, fname = line.split(',', 1)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Step 2: Get extension and lowercase 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ext = fname.rsplit('.', 1)[-1].lower()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Step 3: Check if image, add size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ext in img_extensions: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total += int(size_str)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print(total)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42048" y="1572768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62088" y="152704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lookup 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faster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'in list'.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42048" y="2514600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62088" y="24688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split(',', 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at first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 only.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42048" y="3246120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62088" y="32004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rsplit('.',1)[-1]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the last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= extension.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42048" y="4005072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62088" y="395935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.lower() makes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case-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insensitive.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Pythonic Optimization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using sum() with a generator expression.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969264"/>
            <a:ext cx="8686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24128"/>
            <a:ext cx="832104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img_extensions = {'jpg', 'jpeg', 'png', 'gif'}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open(filename) as f: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print(sum(int(line.split(',')[0]) for line in 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if line.strip() and line.rsplit('.',1)[-1].strip().lower() in img_extensions))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28600" y="2542032"/>
            <a:ext cx="86868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670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down the generator expression: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035808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line in 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3048" y="3035808"/>
            <a:ext cx="4800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iterate over every line in the file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328416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line.strip()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3048" y="3328416"/>
            <a:ext cx="4800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skip empty lines (blank lines evaluate to falsy after strip)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621024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line.rsplit('.',1)[-1].strip().lower()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13048" y="3621024"/>
            <a:ext cx="4800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 extension: rsplit gives ['name','ext'], [-1] takes ext, strip+lower normalises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913632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in img_extensions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13048" y="3913632"/>
            <a:ext cx="4800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O(1) set membership check — True only for jpg/jpeg/png/gif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206240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int(line.split(',')[0])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13048" y="4206240"/>
            <a:ext cx="4800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 the size as integer from the first part before the comma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498848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sum(...)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13048" y="4498848"/>
            <a:ext cx="4800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up all sizes that pass the filter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Comparison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0" y="914400"/>
            <a:ext cx="0" cy="4023360"/>
          </a:xfrm>
          <a:prstGeom prst="line">
            <a:avLst/>
          </a:prstGeom>
          <a:noFill/>
          <a:ln w="12700">
            <a:solidFill>
              <a:srgbClr val="C8C0B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914400"/>
            <a:ext cx="502920" cy="5029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914400"/>
            <a:ext cx="502920" cy="502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Loop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02920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 Generator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57200" y="19659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variables for each step.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add debug prints.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blanks with an explicit check.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Beginners &amp; clarity.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029200" y="19659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expression — no state.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 + generator is idiomatic.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but harder to debug.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Clean code &amp; exams.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370332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line in f: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s, fname = line.strip().split(',',1)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fname.rsplit('.',1)[-1].lower()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in img_ext: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int(s)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print(total)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029200" y="370332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int(l.split(',')[0])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l in f if l.strip() and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l.rsplit('.',1)[-1].strip().lower()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img_ext))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rsplit('.', 1) for Extension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404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filename.rsplit('.', 1) splits from the RIGHT on the first dot, giving ['name','ext']. Use [-1] to get just the extension. Works even if filename has multiple dots.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27248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82696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Set for O(1) Lookup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82696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img_extensions = {'jpg','jpeg','png','gif'} is a set. 'jpeg' in set is O(1) vs O(n) for a list. Always use a set for membership checking against a fixed list.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9048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Case-Insensitive: .lower()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9048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.lower() on the extension before checking: 'JPEG'.lower() == 'jpeg'. The set contains only lowercase — this handles JPG, JPEG, Jpg, etc. all correctly.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4224528"/>
            <a:ext cx="8686800" cy="594360"/>
          </a:xfrm>
          <a:prstGeom prst="rect">
            <a:avLst/>
          </a:prstGeom>
          <a:solidFill>
            <a:srgbClr val="D6E4F7"/>
          </a:solidFill>
          <a:ln w="6350">
            <a:solidFill>
              <a:srgbClr val="A8C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24281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Syntax Cheat Sheet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425696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 = line.rsplit(',',1)[1].rsplit('.',1)[-1].strip().lower()  →  check ext in {'jpg','jpeg','png','gif'}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459028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total = sum(int(l.split(',')[0]) for l in f if l.rsplit('.',1)[-1].strip().lower() in img_ext)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2026-04-22T05:05:10Z</dcterms:created>
  <dcterms:modified xsi:type="dcterms:W3CDTF">2026-04-22T05:05:10Z</dcterms:modified>
</cp:coreProperties>
</file>
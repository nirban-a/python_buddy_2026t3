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Time Difference Between Two Times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1 - Problem 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</a:t>
            </a:r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'absolute_time_difference'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takes two time strings in </a:t>
            </a:r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HH:MM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format and returns the absolute time difference in the same format.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3794760" cy="347472"/>
          </a:xfrm>
          <a:prstGeom prst="roundRect">
            <a:avLst>
              <a:gd name="adj" fmla="val 10526"/>
            </a:avLst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3957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HH and MM from each time string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816352"/>
            <a:ext cx="3794760" cy="347472"/>
          </a:xfrm>
          <a:prstGeom prst="roundRect">
            <a:avLst>
              <a:gd name="adj" fmla="val 10526"/>
            </a:avLst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81635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time to total minutes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3236976"/>
            <a:ext cx="3794760" cy="347472"/>
          </a:xfrm>
          <a:prstGeom prst="roundRect">
            <a:avLst>
              <a:gd name="adj" fmla="val 10526"/>
            </a:avLst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2369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absolute difference in minutes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657600"/>
            <a:ext cx="3794760" cy="347472"/>
          </a:xfrm>
          <a:prstGeom prst="roundRect">
            <a:avLst>
              <a:gd name="adj" fmla="val 10526"/>
            </a:avLst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65760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back to HH:MM with zero-pad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413308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1330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always absolute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(order doesn't matter)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425696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4256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f'{val:02}'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zero-padding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73659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736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only — no input/print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62272" y="2834640"/>
            <a:ext cx="50292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EXPLANATION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13716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'14:30',  '06:45'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58191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|870 - 405| = 465 min = 7h 45m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12080" y="17556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'07:45'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0" y="2011680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103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'06:45',  '14:30'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31343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(absolute, order irrelevant)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12080" y="24871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'07:45'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12080" y="2743200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28346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'02:30',  '03:10'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04495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|150 - 190| = 40 min = 0h 40m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32186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'00:40'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12080" y="3474720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566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'23:59',  '00:00'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77647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|1439 - 0| = 1439 min = 23h 59m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12080" y="39502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'23:59'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212080" y="4206240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time1 (str)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time2 (str)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0848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 HH:MM format.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00–23,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00–59.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4173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Split on ':'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h, m 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00253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mins = h*60 + 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for each 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58775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diff = abs(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mins1 - mins2)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317296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 = diff // 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 = diff % 60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75818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f'{h:02}:{m:02}'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9088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19088" y="2057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difference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HH:MM format.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Zero-padded.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9067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0819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minutes → abs diff →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diff // 60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diff % 60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format with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f'{h:02}:{m:02}'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886968"/>
            <a:ext cx="8686800" cy="405079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 time1 = "14:30"   time2 = "06:45"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&amp; 2:  Parse and convert to total minutes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385876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"14:30"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h=</a:t>
            </a:r>
            <a:pPr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m=</a:t>
            </a:r>
            <a:pPr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0848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× 60 + 30 = </a:t>
            </a:r>
            <a:pPr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870 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64208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17190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"06:45"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h=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m=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3168" y="20848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× 60 + 45 = 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405 minutes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abs(870 − 405) = abs(465) = 465 minutes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Convert 465 minutes back to HH:MM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3210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51129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465 // 60 = </a:t>
            </a:r>
            <a:pPr indent="0" marL="0">
              <a:buNone/>
            </a:pPr>
            <a:r>
              <a:rPr lang="en-US" sz="16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 = 465 % 60 =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f'{</a:t>
            </a:r>
            <a:pPr indent="0" marL="0">
              <a:buNone/>
            </a:pPr>
            <a:r>
              <a:rPr lang="en-US" sz="16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:02}:{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:02}'  =  </a:t>
            </a:r>
            <a:pPr indent="0" marL="0">
              <a:buNone/>
            </a:pPr>
            <a:r>
              <a:rPr lang="en-US" sz="18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"07:45"</a:t>
            </a:r>
            <a:pPr indent="0" marL="0">
              <a:buNone/>
            </a:pPr>
            <a:r>
              <a:rPr lang="en-US" sz="18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parse, convert to minutes, diff, convert back.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absolute_time_difference(time1, time2):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1: Parse hours and minutes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h1, m1 = map(int, time1.split(':'))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h2, m2 = map(int, time2.split(':'))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2: Convert to total minutes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mins1 = h1 * 60 + m1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mins2 = h2 * 60 + m2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3: Absolute difference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diff = abs(mins1 - mins2)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4: Convert back to HH:MM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hours   = diff // 60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minutes = diff % 60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f'{hours:02}:{minutes:02}'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42048" y="178308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2088" y="17373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split(':') 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map(int,...) parses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 one line.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42048" y="2542032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49631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h*60 + m gives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minutes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midnight.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3273552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32278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abs() ensures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positive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order.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42048" y="4005072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62088" y="395935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{:02} zero-pads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 digits: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→ '07'.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form — inline parsing and divmod for conversion.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8686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absolute_time_difference(time1, time2):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to_mins = lambda t: int(t[:2]) * 60 + int(t[3:])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h, m = divmod(abs(to_mins(time1) - to_mins(time2)), 60)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f'{h:02}:{m:02}'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8600" y="2395728"/>
            <a:ext cx="8686800" cy="2487168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5328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the key expressions: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t[:2]  and  t[3:]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30168" y="290779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slice hours (chars 0-1) and minutes (chars 3-4) directly from HH:MM string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3697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int(t[:2]) * 60 + int(t[3:])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30168" y="323697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convert HH:MM to total minutes without split()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566160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divmod(diff, 60)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0168" y="35661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returns (quotient, remainder) — equivalent to (diff//60, diff%60) in one call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89534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f'{h:02}:{m:02}'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30168" y="389534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:02 format spec pads to 2 digits with leading zero if needed (7 → '07')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2700">
            <a:solidFill>
              <a:srgbClr val="C8C0B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1440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Steps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divmod + lambda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variables for each step.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to follow and debug.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split/parse pattern.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Beginners &amp; clarity.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divmod() replaces // and %.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for reusable converter.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3-line solution.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Clean code &amp; interviews.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033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h1,m1 = map(int, time1.split(':'))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h2,m2 = map(int, time2.split(':'))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= abs(h1*60+m1 - h2*60+m2)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h,m = diff//60, diff%60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f'{h:02}:{m:02}'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0" y="382219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to_mins = lambda t: int(t[:2])*60+int(t[3:])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h,m = divmod(abs(to_mins(t1)-to_mins(t2)),60)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f'{h:02}:{m:02}'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Convert to Minutes First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convert HH:MM to total minutes (h*60+m) before computing differences. Operating on hours and minutes separately leads to borrowing errors.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abs() for Order Independence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abs(mins1 - mins2) ensures the result is always non-negative regardless of which time is larger. This is exactly what 'absolute difference' means.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f'{val:02}' for Zero-Padding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spec ':02' pads with leading zeros to 2 digits: 7 → '07', 0 → '00'. Use this for both hours and minutes when building the output string.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h1,m1 = map(int, t1.split(':'))  |  diff = abs(h1*60+m1 - (h2*60+m2))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h, m = divmod(diff, 60)   |   return f'{h:02}:{m:02}'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2026-04-21T19:40:43Z</dcterms:created>
  <dcterms:modified xsi:type="dcterms:W3CDTF">2026-04-21T19:40:43Z</dcterms:modified>
</cp:coreProperties>
</file>
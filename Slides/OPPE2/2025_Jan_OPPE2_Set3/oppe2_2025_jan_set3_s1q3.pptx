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Jan OPPE 2 - Set 3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240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Amount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1 - Problem 3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" y="914400"/>
            <a:ext cx="416052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10515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1371600"/>
            <a:ext cx="3749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function </a:t>
            </a:r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'transfer_amount'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modifies the </a:t>
            </a:r>
            <a:pPr indent="0" marL="0">
              <a:buNone/>
            </a:pPr>
            <a:r>
              <a:rPr lang="en-US" sz="13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accounts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dict in-place. A transfer is valid only if </a:t>
            </a:r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conditions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hold: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2331720"/>
            <a:ext cx="3794760" cy="347472"/>
          </a:xfrm>
          <a:prstGeom prst="roundRect">
            <a:avLst>
              <a:gd name="adj" fmla="val 10526"/>
            </a:avLst>
          </a:prstGeom>
          <a:solidFill>
            <a:srgbClr val="F8F6F2"/>
          </a:solidFill>
          <a:ln w="6350">
            <a:solidFill>
              <a:srgbClr val="D8D4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233172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sender &amp; recipient exist in dict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2752344"/>
            <a:ext cx="3794760" cy="347472"/>
          </a:xfrm>
          <a:prstGeom prst="roundRect">
            <a:avLst>
              <a:gd name="adj" fmla="val 10526"/>
            </a:avLst>
          </a:prstGeom>
          <a:solidFill>
            <a:srgbClr val="F8F6F2"/>
          </a:solidFill>
          <a:ln w="6350">
            <a:solidFill>
              <a:srgbClr val="D8D4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752344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has sufficient balance (≥ amount)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3172968"/>
            <a:ext cx="3794760" cy="347472"/>
          </a:xfrm>
          <a:prstGeom prst="roundRect">
            <a:avLst>
              <a:gd name="adj" fmla="val 10526"/>
            </a:avLst>
          </a:prstGeom>
          <a:solidFill>
            <a:srgbClr val="F8F6F2"/>
          </a:solidFill>
          <a:ln w="6350">
            <a:solidFill>
              <a:srgbClr val="D8D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317296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is non-negative (amount ≥ 0)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3794760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37947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</a:t>
            </a:r>
            <a:pPr indent="0" marL="0">
              <a:buNone/>
            </a:pPr>
            <a:r>
              <a:rPr lang="en-US" sz="1300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modifies dict in-place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4114800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41148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invalid: dict is NOT modified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4434840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44348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only — no input/print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462272" y="2834640"/>
            <a:ext cx="502920" cy="0"/>
          </a:xfrm>
          <a:prstGeom prst="line">
            <a:avLst/>
          </a:prstGeom>
          <a:noFill/>
          <a:ln w="31750">
            <a:solidFill>
              <a:srgbClr val="1F4E9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029200" y="914400"/>
            <a:ext cx="3840480" cy="39776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212080" y="10515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&amp; EXPLANATION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12080" y="137160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transfer('12345','67890',1000)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212080" y="1563624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12345 has only 500 → insufficient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212080" y="173736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change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212080" y="1993392"/>
            <a:ext cx="33832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0" y="208483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transfer('12345','67890',400)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212080" y="2276856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500≥400 ✓ → 500-400=100, 1000+400=1400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212080" y="245059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12345:100, 67890:1400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212080" y="2706624"/>
            <a:ext cx="33832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0" y="2798064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transfer('98764','67890',-100)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212080" y="2990088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&lt; 0 → invalid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212080" y="3163824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change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212080" y="3419856"/>
            <a:ext cx="33832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0" y="351129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transfer('29732','67890',100)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212080" y="3703320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'29732' not in accounts → invalid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212080" y="387705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change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212080" y="4133088"/>
            <a:ext cx="33832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1 - Problem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Specification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" y="914400"/>
            <a:ext cx="2834640" cy="3977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93192" y="107899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46120" y="914400"/>
            <a:ext cx="2834640" cy="3977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10712" y="107899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BLACK BOX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63640" y="914400"/>
            <a:ext cx="2834640" cy="3977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28232" y="107899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3192" y="15087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accounts (dict)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sender (str)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recipient (str)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 (int)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3192" y="22860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account_id → balance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01568" y="141732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Check sender &amp;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recipient in dict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01568" y="1993392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Check amount ≥ 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01568" y="2569464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Check sender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balance ≥ amount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01568" y="3145536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If all valid: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deduct &amp; credit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01568" y="3721608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Else: do nothing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19088" y="15087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419088" y="20574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Modifies accounts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 in-place.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return value.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→ no change.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090672" y="2880360"/>
            <a:ext cx="137160" cy="0"/>
          </a:xfrm>
          <a:prstGeom prst="line">
            <a:avLst/>
          </a:prstGeom>
          <a:noFill/>
          <a:ln w="31750">
            <a:solidFill>
              <a:srgbClr val="1F4E9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108192" y="2880360"/>
            <a:ext cx="137160" cy="0"/>
          </a:xfrm>
          <a:prstGeom prst="line">
            <a:avLst/>
          </a:prstGeom>
          <a:noFill/>
          <a:ln w="31750">
            <a:solidFill>
              <a:srgbClr val="1F4E9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28600" y="4617720"/>
            <a:ext cx="8686800" cy="347472"/>
          </a:xfrm>
          <a:prstGeom prst="rect">
            <a:avLst/>
          </a:prstGeom>
          <a:solidFill>
            <a:srgbClr val="F5F3EF"/>
          </a:solidFill>
          <a:ln w="6350">
            <a:solidFill>
              <a:srgbClr val="D0C8B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64515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Key: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THREE conditions first  ·  Only then modify: </a:t>
            </a:r>
            <a:pPr indent="0" marL="0">
              <a:buNone/>
            </a:pPr>
            <a:r>
              <a:rPr lang="en-US" sz="105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accounts[sender] -= amount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and  </a:t>
            </a:r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accounts[recipient] += amount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1 - Problem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the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" y="886968"/>
            <a:ext cx="8686800" cy="4050792"/>
          </a:xfrm>
          <a:prstGeom prst="roundRect">
            <a:avLst>
              <a:gd name="adj" fmla="val 22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00584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accounts = {'12345': 500, '67890': 1000, '98764': 1500}   →   transfer('12345', '67890', 400)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1335024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 checks (all must pass):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627632"/>
            <a:ext cx="2011680" cy="475488"/>
          </a:xfrm>
          <a:prstGeom prst="roundRect">
            <a:avLst>
              <a:gd name="adj" fmla="val 11538"/>
            </a:avLst>
          </a:prstGeom>
          <a:solidFill>
            <a:srgbClr val="D4EDDA"/>
          </a:solidFill>
          <a:ln w="12700">
            <a:solidFill>
              <a:srgbClr val="A8D5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27632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'12345' in accounts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1901952"/>
            <a:ext cx="18470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1627632"/>
            <a:ext cx="2011680" cy="475488"/>
          </a:xfrm>
          <a:prstGeom prst="roundRect">
            <a:avLst>
              <a:gd name="adj" fmla="val 11538"/>
            </a:avLst>
          </a:prstGeom>
          <a:solidFill>
            <a:srgbClr val="D4EDDA"/>
          </a:solidFill>
          <a:ln w="12700">
            <a:solidFill>
              <a:srgbClr val="A8D5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7480" y="1627632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'67890' in accounts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697480" y="1901952"/>
            <a:ext cx="18470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1627632"/>
            <a:ext cx="2011680" cy="475488"/>
          </a:xfrm>
          <a:prstGeom prst="roundRect">
            <a:avLst>
              <a:gd name="adj" fmla="val 11538"/>
            </a:avLst>
          </a:prstGeom>
          <a:solidFill>
            <a:srgbClr val="D4EDDA"/>
          </a:solidFill>
          <a:ln w="12700">
            <a:solidFill>
              <a:srgbClr val="A8D5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627632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 (400) ≥ 0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00600" y="1901952"/>
            <a:ext cx="18470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1627632"/>
            <a:ext cx="2011680" cy="475488"/>
          </a:xfrm>
          <a:prstGeom prst="roundRect">
            <a:avLst>
              <a:gd name="adj" fmla="val 11538"/>
            </a:avLst>
          </a:prstGeom>
          <a:solidFill>
            <a:srgbClr val="D4EDDA"/>
          </a:solidFill>
          <a:ln w="12700">
            <a:solidFill>
              <a:srgbClr val="A8D5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03720" y="1627632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accounts['12345'] (500) ≥ 400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903720" y="1901952"/>
            <a:ext cx="18470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2267712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checks passed → Execute transfer: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2578608"/>
            <a:ext cx="2606040" cy="1572768"/>
          </a:xfrm>
          <a:prstGeom prst="roundRect">
            <a:avLst>
              <a:gd name="adj" fmla="val 4651"/>
            </a:avLst>
          </a:prstGeom>
          <a:solidFill>
            <a:srgbClr val="F8F6F2"/>
          </a:solidFill>
          <a:ln w="6350">
            <a:solidFill>
              <a:srgbClr val="D8D4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578608"/>
            <a:ext cx="2606040" cy="274320"/>
          </a:xfrm>
          <a:prstGeom prst="rect">
            <a:avLst/>
          </a:prstGeom>
          <a:solidFill>
            <a:srgbClr val="FCE8E3"/>
          </a:solidFill>
          <a:ln w="12700">
            <a:solidFill>
              <a:srgbClr val="D8D4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596896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12345  (SENDER)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" y="2907792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Before: ₹500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3163824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Change: -400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4360" y="3419856"/>
            <a:ext cx="2331720" cy="0"/>
          </a:xfrm>
          <a:prstGeom prst="line">
            <a:avLst/>
          </a:prstGeom>
          <a:noFill/>
          <a:ln w="6350">
            <a:solidFill>
              <a:srgbClr val="D8D4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45643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After:  ₹100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91840" y="2578608"/>
            <a:ext cx="2606040" cy="1572768"/>
          </a:xfrm>
          <a:prstGeom prst="roundRect">
            <a:avLst>
              <a:gd name="adj" fmla="val 4651"/>
            </a:avLst>
          </a:prstGeom>
          <a:solidFill>
            <a:srgbClr val="F8F6F2"/>
          </a:solidFill>
          <a:ln w="6350">
            <a:solidFill>
              <a:srgbClr val="D8D4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0" y="2578608"/>
            <a:ext cx="2606040" cy="274320"/>
          </a:xfrm>
          <a:prstGeom prst="rect">
            <a:avLst/>
          </a:prstGeom>
          <a:solidFill>
            <a:srgbClr val="D4EDDA"/>
          </a:solidFill>
          <a:ln w="12700">
            <a:solidFill>
              <a:srgbClr val="D8D4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0" y="2596896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67890  (RECIPIENT)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83280" y="2907792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Before: ₹1000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83280" y="3163824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Change: +400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383280" y="3419856"/>
            <a:ext cx="2331720" cy="0"/>
          </a:xfrm>
          <a:prstGeom prst="line">
            <a:avLst/>
          </a:prstGeom>
          <a:noFill/>
          <a:ln w="6350">
            <a:solidFill>
              <a:srgbClr val="D8D4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0" y="345643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After:  ₹1400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080760" y="2578608"/>
            <a:ext cx="2606040" cy="1572768"/>
          </a:xfrm>
          <a:prstGeom prst="roundRect">
            <a:avLst>
              <a:gd name="adj" fmla="val 4651"/>
            </a:avLst>
          </a:prstGeom>
          <a:solidFill>
            <a:srgbClr val="F8F6F2"/>
          </a:solidFill>
          <a:ln w="6350">
            <a:solidFill>
              <a:srgbClr val="D8D4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80760" y="2578608"/>
            <a:ext cx="2606040" cy="274320"/>
          </a:xfrm>
          <a:prstGeom prst="rect">
            <a:avLst/>
          </a:prstGeom>
          <a:solidFill>
            <a:srgbClr val="E8E4DC"/>
          </a:solidFill>
          <a:ln w="12700">
            <a:solidFill>
              <a:srgbClr val="D8D4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2596896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98764  (unchanged)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72200" y="2907792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Before: ₹1500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172200" y="3163824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Change: —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72200" y="3419856"/>
            <a:ext cx="2331720" cy="0"/>
          </a:xfrm>
          <a:prstGeom prst="line">
            <a:avLst/>
          </a:prstGeom>
          <a:noFill/>
          <a:ln w="6350">
            <a:solidFill>
              <a:srgbClr val="D8D4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72200" y="345643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After:  ₹1500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02920" y="4251960"/>
            <a:ext cx="8321040" cy="475488"/>
          </a:xfrm>
          <a:prstGeom prst="roundRect">
            <a:avLst>
              <a:gd name="adj" fmla="val 11538"/>
            </a:avLst>
          </a:prstGeom>
          <a:solidFill>
            <a:srgbClr val="D4EDDA"/>
          </a:solidFill>
          <a:ln w="12700">
            <a:solidFill>
              <a:srgbClr val="A8D5B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427939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accounts['12345'] -= 400   →   100        accounts['67890'] += 400   →   1400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1 - Problem 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Explanatory Approach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guard conditions — check everything before modifying the dict.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969264"/>
            <a:ext cx="6949440" cy="38862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078992"/>
            <a:ext cx="66751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transfer_amount(accounts, sender, recipient, amount):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Guard 1: Both accounts must exist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sender not in accounts or recipient not in accounts: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Guard 2: Amount must be non-negative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amount &lt; 0: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Guard 3: Sender must have sufficient balance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accounts[sender] &lt; amount: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All checks passed: execute the transfer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accounts[sender]    -= amount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accounts[recipient] += amount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242048" y="1783080"/>
            <a:ext cx="292608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62088" y="173736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'or' means either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→ abort.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KeyError risk.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242048" y="2514600"/>
            <a:ext cx="292608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62088" y="246888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amounts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disallowed.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early.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242048" y="3273552"/>
            <a:ext cx="292608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62088" y="3227832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funds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return without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modifying dict.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242048" y="4041648"/>
            <a:ext cx="292608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62088" y="3995928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lines must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together 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at all.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1 - Problem 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Pythonic Optimization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all guards into one condition using 'and' short-circuit evaluation.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969264"/>
            <a:ext cx="8686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024128"/>
            <a:ext cx="8321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transfer_amount(accounts, sender, recipient, amount):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sender in accounts and recipient in accounts and amount &gt;= 0 and accounts[sender] &gt;= amount: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accounts[sender] -= amount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accounts[recipient] += amount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28600" y="2359152"/>
            <a:ext cx="8686800" cy="2542032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2487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works — and short-circuit evaluation: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85292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sender in accounts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310128" y="2852928"/>
            <a:ext cx="5349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must check this BEFORE accessing accounts[sender] to avoid KeyError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18211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recipient in accounts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310128" y="3182112"/>
            <a:ext cx="5349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both accounts must exist for a valid transfer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51129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 &gt;= 0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310128" y="3511296"/>
            <a:ext cx="5349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negative amounts are rejected; 0 is allowed (no-op transfer)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84048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accounts[sender] &gt;= amount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310128" y="3840480"/>
            <a:ext cx="5349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safe to access now — we already know sender exists; checks sufficient funds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4261104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evaluates 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left-to-right and stops at the first </a:t>
            </a:r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Putting membership checks before balance checks prevents KeyError on missing accounts.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1 - Problem 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Comparison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0" y="914400"/>
            <a:ext cx="0" cy="4023360"/>
          </a:xfrm>
          <a:prstGeom prst="line">
            <a:avLst/>
          </a:prstGeom>
          <a:noFill/>
          <a:ln w="12700">
            <a:solidFill>
              <a:srgbClr val="C8C0B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914400"/>
            <a:ext cx="502920" cy="50292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914400"/>
            <a:ext cx="502920" cy="5029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15087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Clauses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5029200" y="15087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if + and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57200" y="196596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guard is clearly labelled.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add error messages.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'return early' style.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Beginners &amp; clarity.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029200" y="196596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conditions in one line.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Short-circuit prevents KeyError.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and clean.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Clean code &amp; interviews.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370332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sender not in accounts 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recipient not in accounts: return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amount &lt; 0: return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accounts[sender] &lt; amount: return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accounts[sender] -= amount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accounts[recipient] += amount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5029200" y="370332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(sender in accounts and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recipient in accounts and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amount &gt;= 0 and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accounts[sender] &gt;= amount):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accounts[sender] -= amount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accounts[recipient] += amount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1 - Problem 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" y="914400"/>
            <a:ext cx="2788920" cy="33832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84048" y="1051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Check Membership First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84048" y="1481328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verify sender and recipient are in the dict before accessing accounts[sender]. Accessing a missing key raises KeyError — membership check prevents it.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27248" y="914400"/>
            <a:ext cx="2788920" cy="33832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82696" y="1051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Validate Before Modifying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82696" y="1481328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three conditions (existence, amount ≥ 0, sufficient balance) BEFORE any modification. If you deduct first and the second update fails, the dict is corrupted.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914400"/>
            <a:ext cx="2788920" cy="33832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90488" y="1051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In-place Modification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190488" y="1481328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accounts[sender] -= amount and accounts[recipient] += amount modify the dict directly — no return value needed. The caller sees the updated dict.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4224528"/>
            <a:ext cx="8686800" cy="594360"/>
          </a:xfrm>
          <a:prstGeom prst="rect">
            <a:avLst/>
          </a:prstGeom>
          <a:solidFill>
            <a:srgbClr val="D6E4F7"/>
          </a:solidFill>
          <a:ln w="6350">
            <a:solidFill>
              <a:srgbClr val="A8C4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242816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Syntax Cheat Sheet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4425696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Guard: if sender not in accounts or recipient not in accounts or amount &lt; 0 or accounts[sender] &lt; amount: return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4590288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Transfer: accounts[sender] -= amount   |   accounts[recipient] += amount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1 - Problem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2026-04-21T19:44:33Z</dcterms:created>
  <dcterms:modified xsi:type="dcterms:W3CDTF">2026-04-21T19:44:33Z</dcterms:modified>
</cp:coreProperties>
</file>
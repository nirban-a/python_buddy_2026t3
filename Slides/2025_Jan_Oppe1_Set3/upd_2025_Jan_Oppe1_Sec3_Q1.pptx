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gxKHzQjQx46m2lyyGVAzA6Bc+/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Analyze Sentences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3 - problem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94360" y="1604763"/>
            <a:ext cx="3429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Write a function </a:t>
            </a: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'process_sentence'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that takes a sentence and a task name, then performs one of the four analysis tasks: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94360" y="2423160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Char char="•"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Char char="•"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count_palindrome_words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Char char="•"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count_words_with_repeated_chars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Char char="•"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words_with_max_len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94360" y="39319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Words are separated by spaces.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4251960" y="28346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2"/>
          <p:cNvCxnSpPr/>
          <p:nvPr/>
        </p:nvCxnSpPr>
        <p:spPr>
          <a:xfrm>
            <a:off x="4672584" y="27432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2"/>
          <p:cNvCxnSpPr/>
          <p:nvPr/>
        </p:nvCxnSpPr>
        <p:spPr>
          <a:xfrm flipH="1" rot="10800000">
            <a:off x="4672584" y="28346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2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074920" y="1600200"/>
            <a:ext cx="3493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Sentence:</a:t>
            </a:r>
            <a:b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"level noon civic radar"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74920" y="2148840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" sz="115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count_words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 Output: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074920" y="2670048"/>
            <a:ext cx="3493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" sz="115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count_palindrome_words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 Output: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(all are palindromes)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2"/>
          <p:cNvCxnSpPr/>
          <p:nvPr/>
        </p:nvCxnSpPr>
        <p:spPr>
          <a:xfrm>
            <a:off x="5074920" y="3218688"/>
            <a:ext cx="3310128" cy="0"/>
          </a:xfrm>
          <a:prstGeom prst="straightConnector1">
            <a:avLst/>
          </a:prstGeom>
          <a:noFill/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2"/>
          <p:cNvSpPr/>
          <p:nvPr/>
        </p:nvSpPr>
        <p:spPr>
          <a:xfrm>
            <a:off x="5074920" y="3337560"/>
            <a:ext cx="3493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Sentence:</a:t>
            </a:r>
            <a:b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 programming"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074920" y="3858768"/>
            <a:ext cx="3493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" sz="115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words_with_max_len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 Output: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{"programming"}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30352" y="16642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sentence (str)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task (str)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94360" y="2212848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sentence (space-separated words) and one of 4 task names.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2706624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/>
          <p:nvPr/>
        </p:nvCxnSpPr>
        <p:spPr>
          <a:xfrm>
            <a:off x="3127248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3"/>
          <p:cNvCxnSpPr/>
          <p:nvPr/>
        </p:nvCxnSpPr>
        <p:spPr>
          <a:xfrm flipH="1" rot="10800000">
            <a:off x="3127248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fmla="val 4444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Split sentence into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Based on task,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analyze 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Count or identify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Return result (int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or set)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>
            <a:off x="5870448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6291072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 flipH="1" rot="10800000">
            <a:off x="6291072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3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int or 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675120" y="2304288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Integer count (for count tasks) or set of words (for max_len).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cap="flat" cmpd="sng" w="12700">
            <a:solidFill>
              <a:srgbClr val="E8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A palindrome reads the same forwards and backwards (e.g., "level", "radar").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2765" y="946345"/>
            <a:ext cx="8321100" cy="3822300"/>
          </a:xfrm>
          <a:prstGeom prst="roundRect">
            <a:avLst>
              <a:gd fmla="val 2871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Example: "level noon civic radar something"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85800" y="1600200"/>
            <a:ext cx="3657600" cy="1371600"/>
          </a:xfrm>
          <a:prstGeom prst="roundRect">
            <a:avLst>
              <a:gd fmla="val 80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22960" y="170992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22960" y="20116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Count all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22960" y="231343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5 words total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0" y="1600200"/>
            <a:ext cx="3657600" cy="1371600"/>
          </a:xfrm>
          <a:prstGeom prst="roundRect">
            <a:avLst>
              <a:gd fmla="val 80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09160" y="170992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count_palindrome_words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709160" y="20116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Find palindromes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09160" y="231343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4 palindromes: level, noon,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civic, radar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85800" y="3154680"/>
            <a:ext cx="3657600" cy="1371600"/>
          </a:xfrm>
          <a:prstGeom prst="roundRect">
            <a:avLst>
              <a:gd fmla="val 80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22960" y="326440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count_words_with_repeated_chars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2960" y="356616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Words with repeated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22960" y="38679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2: level (l), noon (n, 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72000" y="3154680"/>
            <a:ext cx="3657600" cy="1371600"/>
          </a:xfrm>
          <a:prstGeom prst="roundRect">
            <a:avLst>
              <a:gd fmla="val 80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09160" y="326440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words_with_max_len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09160" y="356616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Longest word(s)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09160" y="38679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{'something'} (9 chars)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Using if-elif structure with helper functions.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fmla="val 292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process_sentence(sentence, task):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words = sentence.split()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task == 'count_words':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len(words)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'count_palindrome_words':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word in words: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word == word[::-1]:  # Palindrome check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count +=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See next slides for remaining tasks...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6108192" y="1517904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5"/>
          <p:cNvSpPr/>
          <p:nvPr/>
        </p:nvSpPr>
        <p:spPr>
          <a:xfrm>
            <a:off x="6565392" y="128016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.split() breaks sentence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into list of words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spaces.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6108192" y="28803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/>
          <p:nvPr/>
        </p:nvSpPr>
        <p:spPr>
          <a:xfrm>
            <a:off x="6565392" y="2642616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word[::-1] reverses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the string. Compare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to check palindrome.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6108192" y="41605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6565392" y="3950208"/>
            <a:ext cx="214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if-elif chain handles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each task separately.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 (contd.)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 3: Count words with repeated characters.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11475" y="1024125"/>
            <a:ext cx="5577900" cy="3366000"/>
          </a:xfrm>
          <a:prstGeom prst="roundRect">
            <a:avLst>
              <a:gd fmla="val 292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0075" y="1143000"/>
            <a:ext cx="5120700" cy="3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process_sentence(sentence, task):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words = sentence.split()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... (previous tasks)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'count_words_with_repeated_chars':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word in words: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# Check if any char appears more than once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char_set = set(word)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if len(char_set) &lt; len(word):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count +=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count</a:t>
            </a:r>
            <a:endParaRPr b="0" i="0" sz="1150" u="none" cap="none" strike="noStrike">
              <a:solidFill>
                <a:srgbClr val="11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t/>
            </a:r>
            <a:endParaRPr sz="1150">
              <a:solidFill>
                <a:srgbClr val="11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t/>
            </a:r>
            <a:endParaRPr sz="1150">
              <a:solidFill>
                <a:srgbClr val="11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t/>
            </a:r>
            <a:endParaRPr sz="1150">
              <a:solidFill>
                <a:srgbClr val="11111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6108192" y="263347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6565392" y="2340864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set(word) removes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duplicates. If fewer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chars in set,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exist.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>
            <a:off x="6108192" y="345643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6565392" y="321868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Example: "hello" 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5 chars but set has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(l is repeated).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11480" y="4892040"/>
            <a:ext cx="8321040" cy="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11470" y="4599443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Example: "hello world programming" → count = 2 ("hello" has repeated 'l', "programming" has repeated 'g', 'm', 'r')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7200" y="489204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 (contd.)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Task 4: Find all words with maximum length.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11475" y="1024125"/>
            <a:ext cx="5577900" cy="3522900"/>
          </a:xfrm>
          <a:prstGeom prst="roundRect">
            <a:avLst>
              <a:gd fmla="val 292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75" y="1143000"/>
            <a:ext cx="51207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process_sentence(sentence, task):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words = sentence.split()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... (previous tasks)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'words_with_max_len':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# Step 1: Find the maximum word length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max_length = max(len(word) for word in words)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# Step 2: Collect all words with max length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longest_words = set()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word in words: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len(word) == max_length: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longest_words.add(word)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longest_words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7"/>
          <p:cNvCxnSpPr/>
          <p:nvPr/>
        </p:nvCxnSpPr>
        <p:spPr>
          <a:xfrm>
            <a:off x="6108192" y="235915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6565392" y="212140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Generator expression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finds longest 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length in one pass.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7"/>
          <p:cNvCxnSpPr/>
          <p:nvPr/>
        </p:nvCxnSpPr>
        <p:spPr>
          <a:xfrm>
            <a:off x="6108192" y="318211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7"/>
          <p:cNvSpPr/>
          <p:nvPr/>
        </p:nvSpPr>
        <p:spPr>
          <a:xfrm>
            <a:off x="6565392" y="294436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Use set to store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(automatically handles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duplicates).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6108192" y="400507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6565392" y="3803904"/>
            <a:ext cx="214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Collect all words that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match the max length.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11470" y="4582443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Example: "hello world programming interesting" → max_length = 11 → {'programming', 'interesting'}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Pythonic Optimization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Using dictionary dispatch pattern for cleaner code.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11480" y="1024128"/>
            <a:ext cx="8321040" cy="2057400"/>
          </a:xfrm>
          <a:prstGeom prst="roundRect">
            <a:avLst>
              <a:gd fmla="val 5333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85800" y="114300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process_sentence(sentence, task):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words = sentence.split()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tasks =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'count_words': lambda: len(words),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'count_palindrome_words': lambda: sum(1 for w in words if w == w[::-1]),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'count_words_with_repeated_chars': lambda: sum(1 for w in words if len(w) != len(set(w))),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'words_with_max_len': lambda: {w for w in words if len(w) == max(len(x) for x in words)}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tasks[task]()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11480" y="3218688"/>
            <a:ext cx="8321040" cy="1572768"/>
          </a:xfrm>
          <a:prstGeom prst="roundRect">
            <a:avLst>
              <a:gd fmla="val 69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85800" y="333756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How dictionary dispatch works: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85800" y="3639312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Instead of if-elif chains, map each task name to a function (lambda). Call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715000" y="363931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tasks[task]()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995160" y="363931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execute.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5800" y="391363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Key techniques: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len(set(w)) != len(w)  checks for repeated chars (set removes duplicates)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max(len(x) for x in words)  finds longest word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Set comprehension {w for w in ...}  collects all longest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>
            <a:off x="4572000" y="987552"/>
            <a:ext cx="0" cy="3822192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9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Conditional Logic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Easy to understand flow.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Each task clearly separated.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Simple to debug and extend.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Beginners &amp; readability.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if task == ...: elif task == 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Dictionary Dispatch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Pythonic and concise.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Scales well with many tasks.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Uses lambda expressions.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Clean code &amp; interviews.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tasks = {...}; return tasks[task]()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01 String Slicing Tricks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word[::-1]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reverse a string for palindrome checks. Use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len(set(word)) != len(word)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detect repeated characters.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02 Dictionary Dispatch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Map task names to functions in a dict: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tasks = {'task': lambda: ...}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Call with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tasks[task]()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Cleaner than long if-elif chains.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03 Comprehensions Power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sum(1 for w in words if ...)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count matches and </a:t>
            </a: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{w for w in words if ...}</a:t>
            </a:r>
            <a:r>
              <a:rPr b="0" i="0" lang="en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for set building. Compact and Pythonic.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fmla="val 6667" name="adj"/>
            </a:avLst>
          </a:prstGeom>
          <a:solidFill>
            <a:srgbClr val="D9E8F5"/>
          </a:solidFill>
          <a:ln cap="flat" cmpd="sng" w="12700">
            <a:solidFill>
              <a:srgbClr val="9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Palindrome:    word == word[::-1]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Repeated char: len(set(word)) != len(word)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Dispatch:      tasks = {'name': lambda: result}; return tasks[task]()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
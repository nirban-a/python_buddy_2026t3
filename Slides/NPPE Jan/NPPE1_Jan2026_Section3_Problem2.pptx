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NPPE 1 Jan 2026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Pattern Lock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3 - problem 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sequence of numbers (1-9) representing a pattern lock path, generate a text-based 3×3 grid visualization.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layout: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[1]---[2]---[3]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 |     |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[4]---[5]---[6]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 |     |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[7]---[8]---[9]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28346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27432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9260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&amp; EXPLANATION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00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2 5 7 4 1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8745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2→5→7→4→1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148840"/>
            <a:ext cx="3493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order: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2 = 1st visit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5 = 2nd visit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7 = 3rd visit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4 = 4th visit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1 = 5th visit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338328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3611880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[5]---[1]---[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 |    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[4]---[2]---[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 |    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[3]---[ ]---[ 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Specification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(str)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Space-separated integers (1-9) representing dot path.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06624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7248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058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Parse input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Map dots to visit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(1-indexed)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Build 3×3 grid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formatting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Print pattern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70448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75120" y="230428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5-line text grid showing visit order.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Strategy: </a:t>
            </a:r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mapping dict → Build grid strings → Format output</a:t>
            </a:r>
            <a:pPr indent="0" marL="0">
              <a:buNone/>
            </a:pPr>
            <a:r>
              <a:rPr lang="en-US" sz="130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No trailing spaces!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Visualizing the Operations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3822192"/>
          </a:xfrm>
          <a:prstGeom prst="roundRect">
            <a:avLst>
              <a:gd name="adj" fmla="val 2871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Process: Input "2 5 7 4 1"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Parse input and create visit mapping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928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= [2, 5, 7, 4, 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visit_map = {2: 1, 5: 2, 7: 3, 4: 4, 1: 5}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0487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Dot 2 was visited 1st, dot 5 was visited 2nd, etc.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Build grid row by row using the mapping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6858000" cy="1600200"/>
          </a:xfrm>
          <a:prstGeom prst="roundRect">
            <a:avLst>
              <a:gd name="adj" fmla="val 685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15468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1 (dots 1,2,3):  [5]---[1]---[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dot 1→visit 5, dot 2→visit 1, dot 3→not visited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3 (dots 4,5,6):  [4]---[2]---[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dot 4→visit 4, dot 5→visit 2, dot 6→not visited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5 (dots 7,8,9):  [3]---[ ]---[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dot 7→visit 3, dots 8,9→not visited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Explanatory Approach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mapping dictionary and format each row.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577840" cy="3749040"/>
          </a:xfrm>
          <a:prstGeom prst="roundRect">
            <a:avLst>
              <a:gd name="adj" fmla="val 292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51206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= list(map(int, input().split()))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visit order mapping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visit_map =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dot in enumerate(sequence, 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visit_map[dot] = 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Helper function to get cell 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cell(dot):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dot in visit_map: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f"[{visit_map[dot]}]"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"[ ]"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and print grid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print(f"{cell(1)}---{cell(2)}---{cell(3)}")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 |     |     |")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print(f"{cell(4)}---{cell(5)}---{cell(6)}")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 |     |     |")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print(f"{cell(7)}---{cell(8)}---{cell(9)}")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08192" y="182880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5910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enumerate(seq,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counting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8192" y="274320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54203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function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each cell.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2" y="393192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36576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F-strings 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spacing.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Pythonic Optimization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dictionary comprehension and template strings.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1828800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863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One-liner mapping with dict comprehension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= list(map(int, input().split()))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visit_map = {dot: i for i, dot in enumerate(sequence, 1)}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Lambda for cell formatting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= lambda d: f"[{visit_map[d]}]" if d in visit_map else "[ ]"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Grid template (5 rows)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f"{cell(1)}---{cell(2)}---{cell(3)}",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|     |     |",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f"{cell(4)}---{cell(5)}---{cell(6)}",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|     |     |",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f"{cell(7)}---{cell(8)}---{cell(9)}"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print('\n'.join(pattern))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2990088"/>
            <a:ext cx="8321040" cy="1801368"/>
          </a:xfrm>
          <a:prstGeom prst="roundRect">
            <a:avLst>
              <a:gd name="adj" fmla="val 6091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108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optimization works: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4107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{dot: i for i, dot in enumerate(sequence, 1)}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57800" y="3410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creates mapping in one 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685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function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= lambda d: ...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3685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provides concise cell formatting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931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strings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3931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[row1, row2, ...]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holds all 5 rows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178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'\n'.join(pattern)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41788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prints all rows with newlines between them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4622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Clean separation of data and presentation, easy to modify grid layout.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Comparison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0" y="987552"/>
            <a:ext cx="0" cy="382219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Print Approach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and explicit.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printed separately.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 flow.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Simplicity &amp; learning.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print(f"{cell(1)}---{cell(2)}...") ×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✨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+ Join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structure.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separated from layout.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modify grid format.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Maintainability &amp; scaling.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[...]; print('\n'.join(...))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enumerate with Start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10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enumerate(seq, 1)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get index starting from 1 instead of 0. Perfect for 1-indexed visit order mapping.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Dict Comprehension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</a:t>
            </a:r>
            <a:pPr indent="0" marL="0">
              <a:buNone/>
            </a:pPr>
            <a:r>
              <a:rPr lang="en-US" sz="10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{k: v for ...}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creates dictionaries in one line. Cleaner than building dict in a loop with assignments.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Template Formatting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string list with f-strings, then </a:t>
            </a:r>
            <a:pPr indent="0" marL="0">
              <a:buNone/>
            </a:pPr>
            <a:r>
              <a:rPr lang="en-US" sz="10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'\n'.join(list)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print. Separates data logic from presentation layout.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D9E8F5"/>
          </a:solidFill>
          <a:ln w="12700">
            <a:solidFill>
              <a:srgbClr val="9E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Syntax Cheat 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Mapping:    visit_map = {dot: i for i, dot in enumerate(sequence, 1)}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Cell:        cell = lambda d: f"[{visit_map[d]}]" if d in visit_map else "[ ]"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Template:    pattern = [row1, row2, ...]; print('\\n'.join(pattern))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2026-03-17T07:45:08Z</dcterms:created>
  <dcterms:modified xsi:type="dcterms:W3CDTF">2026-03-17T07:45:08Z</dcterms:modified>
</cp:coreProperties>
</file>
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887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NPPE 1 Jan 2026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18745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 Vowel Order in a String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251460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2 - problem 2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Definition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411480" y="1078992"/>
            <a:ext cx="3794760" cy="3566160"/>
          </a:xfrm>
          <a:prstGeom prst="roundRect">
            <a:avLst>
              <a:gd name="adj" fmla="val 3077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26187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60020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 multiline string and reverse only the vowels while keeping all other characters in their original positions.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468880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requirements: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74320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Vowels: a, e, i, o, u (both cases)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Non-vowels stay in place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 case when reversing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I/O type: read lines, print output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51960" y="2834640"/>
            <a:ext cx="502920" cy="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72584" y="2743200"/>
            <a:ext cx="109728" cy="9144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72584" y="2926080"/>
            <a:ext cx="109728" cy="-9144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92040" y="1078992"/>
            <a:ext cx="3858768" cy="3566160"/>
          </a:xfrm>
          <a:prstGeom prst="roundRect">
            <a:avLst>
              <a:gd name="adj" fmla="val 3077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74920" y="1261872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&amp; EXPLANATION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4920" y="1600200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</a:t>
            </a:r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74920" y="1874520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Vowels: E, o (positions 1, 4)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74920" y="2103120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4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Reversed vowels: o, 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74920" y="2377440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</a:t>
            </a:r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"HollE"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74920" y="2697480"/>
            <a:ext cx="3493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4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 E  l  l  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4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 ↓  ↓  ↓  ↓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4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 o  l  l  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74920" y="3474720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Another example: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74920" y="3703320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"Python" → "Python" (only 'o' vowel)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74920" y="3977640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"aEiOu" → "uOiEa" (all vowels reversed)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Buddy  ·  Section 2 - Problem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Specification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411480" y="1005840"/>
            <a:ext cx="2240280" cy="3200400"/>
          </a:xfrm>
          <a:prstGeom prst="roundRect">
            <a:avLst>
              <a:gd name="adj" fmla="val 4898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2070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30352" y="16642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(int)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lines (str)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167128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lines, then n lines of text.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06624" y="2606040"/>
            <a:ext cx="502920" cy="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27248" y="2514600"/>
            <a:ext cx="109728" cy="9144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27248" y="2697480"/>
            <a:ext cx="109728" cy="-9144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005840"/>
            <a:ext cx="2468880" cy="3200400"/>
          </a:xfrm>
          <a:prstGeom prst="roundRect">
            <a:avLst>
              <a:gd name="adj" fmla="val 4444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20440" y="12070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BLACK BOX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162763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Join all lines into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string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0440" y="22860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Extract all vowels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0440" y="294436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Reverse vowel list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20440" y="360273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Replace vowels 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order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70448" y="2606040"/>
            <a:ext cx="502920" cy="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91072" y="2514600"/>
            <a:ext cx="109728" cy="9144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91072" y="2697480"/>
            <a:ext cx="109728" cy="-91440"/>
          </a:xfrm>
          <a:prstGeom prst="line">
            <a:avLst/>
          </a:prstGeom>
          <a:noFill/>
          <a:ln w="31750">
            <a:solidFill>
              <a:srgbClr val="1B4D8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1005840"/>
            <a:ext cx="2240280" cy="3200400"/>
          </a:xfrm>
          <a:prstGeom prst="roundRect">
            <a:avLst>
              <a:gd name="adj" fmla="val 4898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75120" y="12070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75120" y="166420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675120" y="2304288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Modified multiline string with vowels reversed.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1480" y="4370832"/>
            <a:ext cx="8321040" cy="384048"/>
          </a:xfrm>
          <a:prstGeom prst="rect">
            <a:avLst/>
          </a:prstGeom>
          <a:solidFill>
            <a:srgbClr val="E8E3D8"/>
          </a:solidFill>
          <a:ln w="12700">
            <a:solidFill>
              <a:srgbClr val="E8E3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4074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45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Strategy: </a:t>
            </a:r>
            <a:pPr indent="0" marL="0">
              <a:buNone/>
            </a:pPr>
            <a:r>
              <a:rPr lang="en-US" sz="1300" b="1" dirty="0">
                <a:solidFill>
                  <a:srgbClr val="B545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 vowels → Reverse → Replace back</a:t>
            </a:r>
            <a:pPr indent="0" marL="0">
              <a:buNone/>
            </a:pPr>
            <a:r>
              <a:rPr lang="en-US" sz="1300" dirty="0">
                <a:solidFill>
                  <a:srgbClr val="B545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Two-pointer technique works too.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Buddy  ·  Section 2 - Problem 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Visualizing the Operations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8321040" cy="3822192"/>
          </a:xfrm>
          <a:prstGeom prst="roundRect">
            <a:avLst>
              <a:gd name="adj" fmla="val 2871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143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Process: "HEllo World" → "HollE Werld"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600200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string: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1856232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 E  l  l  o     W  o  r  l  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221992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Extract vowels (preserve case)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478024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vowels = ['E', 'o', 'o']  # positions 1, 4, 7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843784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Reverse the vowel list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099816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45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reversed_vowels = ['o', 'o', 'E']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3465576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Replace vowels in original positions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372160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 1: E → 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 4: o → 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 7: o → 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68680" y="4480560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result: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4754880"/>
            <a:ext cx="3200400" cy="411480"/>
          </a:xfrm>
          <a:prstGeom prst="rect">
            <a:avLst/>
          </a:prstGeom>
          <a:solidFill>
            <a:srgbClr val="D4EDDA"/>
          </a:solidFill>
          <a:ln w="381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8280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"HollE Werld"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Buddy  ·  Section 2 - Problem 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Explanatory Approach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vowels, reverse, and replace them back.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5577840" cy="3749040"/>
          </a:xfrm>
          <a:prstGeom prst="roundRect">
            <a:avLst>
              <a:gd name="adj" fmla="val 2927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43000"/>
            <a:ext cx="5120640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Read input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int(input())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lines = [input() for _ in range(n)]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= '\n'.join(lines)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Extract vowels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vowels = 'aeiouAEIOU'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found_vowels = [c for c in text if c in vowels]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Reverse vowels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reversed_vowels = found_vowels[::-1]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Replace vowels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[]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vowel_index =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char in text: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char in vowels: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result.append(reversed_vowels[vowel_index])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vowel_index +=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result.append(char)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print(''.join(result))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108192" y="1828800"/>
            <a:ext cx="411480" cy="0"/>
          </a:xfrm>
          <a:prstGeom prst="line">
            <a:avLst/>
          </a:prstGeom>
          <a:noFill/>
          <a:ln w="19050">
            <a:solidFill>
              <a:srgbClr val="B545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65392" y="1591056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comprehension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extracts all vowels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text.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08192" y="2423160"/>
            <a:ext cx="411480" cy="0"/>
          </a:xfrm>
          <a:prstGeom prst="line">
            <a:avLst/>
          </a:prstGeom>
          <a:noFill/>
          <a:ln w="19050">
            <a:solidFill>
              <a:srgbClr val="B545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65392" y="224942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[::-1] reverses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list.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08192" y="3429000"/>
            <a:ext cx="411480" cy="0"/>
          </a:xfrm>
          <a:prstGeom prst="line">
            <a:avLst/>
          </a:prstGeom>
          <a:noFill/>
          <a:ln w="19050">
            <a:solidFill>
              <a:srgbClr val="B545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318211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vowels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reversed list,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545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others same.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Buddy  ·  Section 2 - Problem 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Pythonic Optimization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two-pointer technique for in-place reversal.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8321040" cy="1965960"/>
          </a:xfrm>
          <a:prstGeom prst="roundRect">
            <a:avLst>
              <a:gd name="adj" fmla="val 5581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Read input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int(input())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= '\n'.join(input() for _ in range(n))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Convert to list for mutability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chars = list(text)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vowels = 'aeiouAEIOU'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Two-pointer approach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left, right = 0, len(chars) - 1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left &lt; right: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chars[left] not in vowels: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left +=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chars[right] not in vowels: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right -=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chars[left], chars[right] = chars[right], chars[left]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left += 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right -= 1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print(''.join(chars))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11480" y="3127248"/>
            <a:ext cx="8321040" cy="1664208"/>
          </a:xfrm>
          <a:prstGeom prst="roundRect">
            <a:avLst>
              <a:gd name="adj" fmla="val 6593"/>
            </a:avLst>
          </a:prstGeom>
          <a:solidFill>
            <a:srgbClr val="FAFAF8"/>
          </a:solidFill>
          <a:ln w="12700">
            <a:solidFill>
              <a:srgbClr val="D8D3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32461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two-pointer technique works: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354787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Start with pointers at both ends of the string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37764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Move 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25880" y="37764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83080" y="37764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forward if not a vowel, move 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43400" y="37764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D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377647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backward if not a vowel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400507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When both pointers are on vowels, swap them and move both pointers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423367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Continue until pointers meet in the middle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45079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Benefits: O(n) time, in-place modification (only one pass), no extra vowel list needed.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Buddy  ·  Section 2 - Problem 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Comparison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4572000" y="987552"/>
            <a:ext cx="0" cy="3822192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0" y="10515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📋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&amp; Replace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understand.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separation of steps.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space for vowel list.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Clarity &amp; readability.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160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 → reverse → replace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35040" y="10515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⚡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754880" y="20116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Two-Pointer Swap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37760" y="251460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 in-place swapping.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pass through string.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O(n) time, minimal space.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Performance &amp; interviews.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4160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left &lt; right: swap vowels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Buddy  ·  Section 2 - Problem 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26060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9050">
            <a:solidFill>
              <a:srgbClr val="1B4D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76072" y="1078992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Vowel Detection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76072" y="1572768"/>
            <a:ext cx="22768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pPr indent="0" marL="0">
              <a:buNone/>
            </a:pPr>
            <a:r>
              <a:rPr lang="en-US" sz="105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 in 'aeiouAEIOU'</a:t>
            </a:r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check both upper and lowercase vowels in one check. String membership is fast and clean.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64408" y="914400"/>
            <a:ext cx="26060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9050">
            <a:solidFill>
              <a:srgbClr val="1B4D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29000" y="1078992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List Reversal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29000" y="1572768"/>
            <a:ext cx="22768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pPr indent="0" marL="0">
              <a:buNone/>
            </a:pPr>
            <a:r>
              <a:rPr lang="en-US" sz="105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[::-1]</a:t>
            </a:r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reverse any list or string. For in-place: use two pointers swapping from both ends toward middle.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17336" y="914400"/>
            <a:ext cx="26060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9050">
            <a:solidFill>
              <a:srgbClr val="1B4D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81928" y="1078992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Two-Pointer Pattern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81928" y="1572768"/>
            <a:ext cx="22768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pointers conditionally: skip non-vowels, swap when both on vowels. Classic technique for in-place operations.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3310128"/>
            <a:ext cx="8321040" cy="1371600"/>
          </a:xfrm>
          <a:prstGeom prst="roundRect">
            <a:avLst>
              <a:gd name="adj" fmla="val 6667"/>
            </a:avLst>
          </a:prstGeom>
          <a:solidFill>
            <a:srgbClr val="D9E8F5"/>
          </a:solidFill>
          <a:ln w="12700">
            <a:solidFill>
              <a:srgbClr val="9EC4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43814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Syntax Cheat Sheet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" y="3749040"/>
            <a:ext cx="7955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Extract:    vowels = [c for c in text if c in 'aeiouAEIOU']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Reverse:     reversed_vowels = vowels[::-1]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Two-ptr:     while left &lt; right: swap if both vowels, else move pointer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Buddy  ·  Section 2 - Problem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2026-03-15T18:39:12Z</dcterms:created>
  <dcterms:modified xsi:type="dcterms:W3CDTF">2026-03-15T18:39:12Z</dcterms:modified>
</cp:coreProperties>
</file>
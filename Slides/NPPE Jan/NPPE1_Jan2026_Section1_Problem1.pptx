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NPPE 1 Jan 2026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1874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of a Point Relative to a 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2514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1 - problem 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78992"/>
            <a:ext cx="3794760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61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function that determines the position of a point </a:t>
            </a:r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(x, y)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relative to a line defined by the equation </a:t>
            </a:r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 + by + c = 0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values: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if point is above the 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if point is below the 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if point is on the 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749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Evaluate: ax + by + 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8346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7432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2584" y="29260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078992"/>
            <a:ext cx="3858768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12618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&amp; EXPLANATION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1600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Line: </a:t>
            </a:r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 y = 0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Point: </a:t>
            </a:r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(2, 1)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4920" y="1901952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1(2) + (-1)(1) + 0 = 2 - 1 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&gt; 0 → Point is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743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Line: </a:t>
            </a:r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- y - 1 = 0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Point: </a:t>
            </a:r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74920" y="3044952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(-1)(0) + (-1)(0) + (-1) = 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&lt; 0 → Point is </a:t>
            </a:r>
            <a:pPr indent="0" marL="0">
              <a:buNone/>
            </a:pPr>
            <a:r>
              <a:rPr lang="en-US" sz="1100" b="1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886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Line: </a:t>
            </a:r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 - y - 4 = 0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Point: </a:t>
            </a:r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(2, 0)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74920" y="418795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2(2) + (-1)(0) + (-4) = 0 → </a:t>
            </a:r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line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Specification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6642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b, c (int/float)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(int/float)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21284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coefficients (a, b, c) and point coordinates (x, y).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06624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7248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0584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207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6276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Calculate: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 + by + 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If result &gt;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+1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944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If result &lt;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-1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6027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If result ==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70448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6642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675120" y="230428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(above), -1 (below), or 0 (on line).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074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</a:t>
            </a:r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a*x + b*y + c</a:t>
            </a:r>
            <a:pPr indent="0" marL="0">
              <a:buNone/>
            </a:pPr>
            <a:r>
              <a:rPr lang="en-US" sz="130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Sign of result determines position.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Visualizing the Operations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3822192"/>
          </a:xfrm>
          <a:prstGeom prst="roundRect">
            <a:avLst>
              <a:gd name="adj" fmla="val 2871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Interpretation: Line x - y = 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3200400"/>
            <a:ext cx="365760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645920"/>
            <a:ext cx="0" cy="310896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4572000"/>
            <a:ext cx="3108960" cy="-2743200"/>
          </a:xfrm>
          <a:prstGeom prst="line">
            <a:avLst/>
          </a:prstGeom>
          <a:noFill/>
          <a:ln w="38100">
            <a:solidFill>
              <a:srgbClr val="1B4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- y = 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2286000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240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(2, 1)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2468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Above: +1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840480"/>
            <a:ext cx="137160" cy="137160"/>
          </a:xfrm>
          <a:prstGeom prst="ellipse">
            <a:avLst/>
          </a:prstGeom>
          <a:solidFill>
            <a:srgbClr val="B545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794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(1, 2)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4023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Below: -1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743200"/>
            <a:ext cx="137160" cy="137160"/>
          </a:xfrm>
          <a:prstGeom prst="ellipse">
            <a:avLst/>
          </a:prstGeom>
          <a:solidFill>
            <a:srgbClr val="FFA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697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9260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line: 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Region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 + by + c &gt; 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Region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 + by + c &lt; 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1645920"/>
            <a:ext cx="3017520" cy="2926080"/>
          </a:xfrm>
          <a:prstGeom prst="roundRect">
            <a:avLst>
              <a:gd name="adj" fmla="val 3750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point (x, y) into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equation: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 + by + 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6334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sign of result: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2880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Positive → Above → +1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Negative → Below → -1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Zero → On line → 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3657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(2,1)
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1(2) + (-1)(1) + 0 = 1
</a:t>
            </a:r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&gt; 0 → Above → </a:t>
            </a:r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Explanatory Approach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if-elif-else to check all three cases.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577840" cy="3749040"/>
          </a:xfrm>
          <a:prstGeom prst="roundRect">
            <a:avLst>
              <a:gd name="adj" fmla="val 292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51206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point_position_relative_to_line(a, b, c, x, y):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Calculate the value of ax + by + 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 * x + b * y + c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Check position based on result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result &gt; 0: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   # Above the 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result &lt; 0: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-1  # Below the 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   # On the line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08192" y="1664208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42646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point into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equation to 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value.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08192" y="2487168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28600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result means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is above the 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8192" y="3310128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310896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result means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is below the 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08192" y="4133088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39319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means point 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 the line.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Pythonic Optimization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comparison operators for concise code.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1417320"/>
          </a:xfrm>
          <a:prstGeom prst="roundRect">
            <a:avLst>
              <a:gd name="adj" fmla="val 7742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point_position_relative_to_line(a, b, c, x, y):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 * x + b * y + 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Use comparison to return -1, 0, or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(result &gt; 0) - (result &lt; 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578608"/>
            <a:ext cx="8321040" cy="2212848"/>
          </a:xfrm>
          <a:prstGeom prst="roundRect">
            <a:avLst>
              <a:gd name="adj" fmla="val 4959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6974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optimization works: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9992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 &gt; 0) - (result &lt; 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clever trick uses boolean arithmetic: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584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result &gt; 0: 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3584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(True) - (False) = 1 - 0 =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3584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822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result &lt; 0: 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3822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(False) - (True) = 0 - 1 =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8221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0599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result == 0: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40599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(False) - (False) = 0 - 0 =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40599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3708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Python, True evaluates to 1 and False evaluates to 0 in arithmetic contexts.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Comparison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0" y="987552"/>
            <a:ext cx="0" cy="382219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If-Elif-Else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explicit and clear.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 logic flow.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debug.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Beginners &amp; readability.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&gt; 0: ... elif &lt; 0: ... else: 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Arithmetic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concise (one line).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mathematical property.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conditional branches.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Interviews &amp; elegance.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 &gt; 0) - (result &lt; 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76072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Linear Equation Test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6072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point (x, y) into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 + by + c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sign of the result determines position relative to the line.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64408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Sign Interpretation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→ above (+1), Negative → below (-1), Zero → on line (0). The geometric intuition matches the algebraic test.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17336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81928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Boolean Arithmetic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1928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Python,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= 1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= 0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Use </a:t>
            </a:r>
            <a:pPr indent="0" marL="0">
              <a:buNone/>
            </a:pPr>
            <a:r>
              <a:rPr lang="en-US" sz="105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&gt; 0) - (a &lt; 0)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get -1, 0, or +1 elegantly.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D9E8F5"/>
          </a:solidFill>
          <a:ln w="12700">
            <a:solidFill>
              <a:srgbClr val="9E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38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Syntax Cheat Sheet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74904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Explicit:   if result &gt; 0: return 1; elif result &lt; 0: return -1; else: return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Optimized:  return (result &gt; 0) - (result &lt; 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Formula:    result = a*x + b*y + 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2026-03-15T15:34:21Z</dcterms:created>
  <dcterms:modified xsi:type="dcterms:W3CDTF">2026-03-15T15:34:21Z</dcterms:modified>
</cp:coreProperties>
</file>
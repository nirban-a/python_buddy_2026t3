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NPPE 1 Jan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Excel Column Name to Index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2 - problem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Excel column names (like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"A", "Z", "AA", "AB"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their corresponding 1-based index numbers.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uses a base-26 system: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A-Z represent 1-26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AA-AZ represent 27-52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BA-BZ represent 53-78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to base-26 counting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8346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27432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9260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&amp; EXPLANATION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"A" → </a:t>
            </a:r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column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1762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"Z" → </a:t>
            </a:r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45059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26th column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743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"AA" →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017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1×26 + 1 = 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31012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"AB" →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58444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1×26 + 2 = 28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886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"ZZ" → </a:t>
            </a:r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4160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26×26 + 26 = 702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Specification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(str)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column name as string (uppercase letters).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Initialize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 each character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Multiply result by 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 char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(A=1, B=2, ...)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70448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1-based column index (starting from 1).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Pattern: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result × 26 + (char - 'A' + 1)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Base-26 number system.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the Operations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Conversion: "AB" → 28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Process first character 'A'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result × 26 + (ord('A') - ord('A') + 1)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0 × 26 + 1 =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1097280" cy="411480"/>
          </a:xfrm>
          <a:prstGeom prst="rect">
            <a:avLst/>
          </a:prstGeom>
          <a:solidFill>
            <a:srgbClr val="D4EDD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79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Process second character 'B'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4930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result × 26 + (ord('B') - ord('A') + 1)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1 × 26 + 2 = 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023360"/>
            <a:ext cx="1234440" cy="411480"/>
          </a:xfrm>
          <a:prstGeom prst="rect">
            <a:avLst/>
          </a:prstGeom>
          <a:solidFill>
            <a:srgbClr val="E3F2FD"/>
          </a:solidFill>
          <a:ln w="38100">
            <a:solidFill>
              <a:srgbClr val="1B4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96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28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Breakdown: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1945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22860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character from left to right: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Multiply current result by 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letter value (A=1, B=2, ..., Z=26)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like converting from base-26: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'AB' = 1×26¹ + 2×26⁰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= 26 + 2 = 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Explanatory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Iterating through each character to build the result.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excel_index(column):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Process each character from left to right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char in column: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Convert char to value: A=1, B=2, ..., Z=26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char_value = ord(char) - ord('A') + 1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Shift previous result and add new 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result * 26 + char_value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08192" y="150876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3075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0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 the index.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33172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0574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ord(char) - ord('A')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0-25, add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1-26.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324612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9718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by 26 shifts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 left (like ×10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decimal).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Pythonic Optimization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reduce for functional approach.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1417320"/>
          </a:xfrm>
          <a:prstGeom prst="roundRect">
            <a:avLst>
              <a:gd name="adj" fmla="val 7742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reduce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excel_index(column):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reduce(lambda result, char: result * 26 + ord(char) - ord('A') + 1,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column, 0)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578608"/>
            <a:ext cx="8321040" cy="2212848"/>
          </a:xfrm>
          <a:prstGeom prst="roundRect">
            <a:avLst>
              <a:gd name="adj" fmla="val 4959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697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reduce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99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reduce(function, iterable, initial)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86200" y="29992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applies a function cumulatively: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273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3273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=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502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each character, compute: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3502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× 26 + char_value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730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previous result as input for next iteration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050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"AB" → reduce processes 'A' (0×26+1=1), then 'B' (1×26+2=28)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462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Functional style, no explicit loop variable, concise.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Comparison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0" y="987552"/>
            <a:ext cx="0" cy="38221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🔁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 Iteration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and explicit.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follow step-by-step.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imperative style.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Beginners &amp; clarity.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char in column: result =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Reduce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functional approach.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result variable.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 one-liner.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Functional programming.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reduce(lambda r, c: r*26 + ..., ...)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Base-26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columns use base-26: A-Z are digits 1-26. Multi-letter columns work like positional notation: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1×26 + 2 = 28.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Character to Number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ord(char) - ord('A') + 1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convert A→1, B→2, ..., Z→26. The +1 makes it 1-indexed instead of 0-indexed.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Accumulation Pattern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= result × 26 + value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character shifts previous result left (×26) then adds new digit.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Syntax Cheat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Loop:     for char in column: result = result * 26 + (ord(char) - ord('A') + 1)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Reduce:    reduce(lambda r, c: r * 26 + ord(c) - ord('A') + 1, column,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Formula:   char_value = ord(char) - ord('A') + 1  # A=1, B=2, ..., Z=26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2026-03-15T18:21:01Z</dcterms:created>
  <dcterms:modified xsi:type="dcterms:W3CDTF">2026-03-15T18:21:01Z</dcterms:modified>
</cp:coreProperties>
</file>